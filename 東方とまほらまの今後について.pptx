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317" r:id="rId4"/>
    <p:sldId id="318" r:id="rId5"/>
    <p:sldId id="311" r:id="rId6"/>
    <p:sldId id="263" r:id="rId7"/>
    <p:sldId id="327" r:id="rId8"/>
    <p:sldId id="287" r:id="rId9"/>
    <p:sldId id="319" r:id="rId10"/>
    <p:sldId id="322" r:id="rId11"/>
    <p:sldId id="320" r:id="rId12"/>
    <p:sldId id="323" r:id="rId13"/>
    <p:sldId id="324" r:id="rId14"/>
    <p:sldId id="328" r:id="rId15"/>
    <p:sldId id="325" r:id="rId16"/>
    <p:sldId id="326" r:id="rId17"/>
    <p:sldId id="316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2021年3月30日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2021年3月30日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今後について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お疲れさまでした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東方とまほらま、両クランの人材で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に挑みました。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ガチリーグでも十分に戦えるポテンシャルがあることがわかりましたね。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そろそろ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後の体制について考えねばなりません。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東方勢とまほらま勢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参戦メンバー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B50CBF-7D2D-F942-9D73-50097E2C8CDA}"/>
              </a:ext>
            </a:extLst>
          </p:cNvPr>
          <p:cNvSpPr/>
          <p:nvPr/>
        </p:nvSpPr>
        <p:spPr>
          <a:xfrm>
            <a:off x="984069" y="1690686"/>
            <a:ext cx="5033554" cy="390021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・きむきむ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kumimoji="1" lang="en-US" altLang="ja-JP" sz="2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・ふるはた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・ロッタ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CD44D34-E1FC-2546-B353-8EEE0419D512}"/>
              </a:ext>
            </a:extLst>
          </p:cNvPr>
          <p:cNvSpPr/>
          <p:nvPr/>
        </p:nvSpPr>
        <p:spPr>
          <a:xfrm>
            <a:off x="6152608" y="1690687"/>
            <a:ext cx="5044438" cy="3900216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・ひこにゃん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・魔王様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・くい助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・黒桜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もはや、まほらま？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2175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まほらまがここまで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善戦できている、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そもそも参戦できているのも東方さんの力が大きい。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だけど、それは「まほらまとしての活動」になっている。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結果的に、まほらまばかりに日が当たり、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東方さんを日陰に追いやっている感が強い。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2017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ズルズルとこのままの体制を続けた場合、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前述したメンバー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以外にも、今後、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東方の中核メンバーがまほらまに流出するのが予想される。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具体的な名前を挙げると、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トビさん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あたりのガチ思考の方々は怪しい。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では、どうしていくのか？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69915"/>
          </a:xfrm>
        </p:spPr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案５、ファミリークラン化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2614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東方、まほらま、それぞれ元に戻る作戦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もともと曖昧な立ち位置の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魔王様、くい助さん、黒桜さんに関しては別途相談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両クランの文化や歴史や方針を尊重することができる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東方、まほらま、共にガチリーグに参戦することはできなくなる。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人数足りなくなるわ。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東方のガチ思考メンバーが流出する可能性が高い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ガチ戦の楽しさを知った人が危ない。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東方さんのクラン方針をガチにしない限り防げない案件。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31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思い浮かばない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ガチ思考メンバーが流出する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東方のクラン方針がゆるふわなので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37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合理的ではある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まほらまは、ガチとゆるふわの両方に対応しているクランなので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受け入れ自体は可能です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この選択肢は合理的ではありますが、やめましょう。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感情と歴史は大切にしましょう。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0208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東方＆まほらまのガチ勢で新規クランを立ち上げる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東方とまほらまは存続させつつ、両クランのガチ勢が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集うファミリークランとして機能させる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図 7" descr="ゲームの画面&#10;&#10;低い精度で自動的に生成された説明">
            <a:extLst>
              <a:ext uri="{FF2B5EF4-FFF2-40B4-BE49-F238E27FC236}">
                <a16:creationId xmlns:a16="http://schemas.microsoft.com/office/drawing/2014/main" id="{0EB16213-E71B-9E4C-85F4-13E0CE9B6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674" y="3072688"/>
            <a:ext cx="3020628" cy="290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52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まほらまと東方、それぞれ層が薄くなり運営がきつくなる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→次ページ参照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新規クランのレベル上げが面倒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を使う案もあるが、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平等感が無くなってしまう、悩みどころ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0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あっちゃんが思っていた形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ガチメンバーたちで新規クランに集まる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、強い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の方々も少し在籍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まほらま本部、東方さんの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以下の方々は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どこかで固まって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形は要相談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育成メインで活動する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残ったまほらま＆東方の運営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クラゲや援軍やチャット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キツくなると予想されるので、そのケアとして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or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東方で固まると良いのではないか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26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案５、ファミリークラン化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東方＆まほらまで同盟を結ぶ、ファミリークラン化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目的に応じて頻繁に移動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とする、例えば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報酬目当て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→まほらま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援軍・クランゲーム→助け合う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SAKURA</a:t>
            </a: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みたいな感じとか。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くい助さんや魔王様が普段やっていることに近いかな。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それを明確にするってことだけか。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7881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案５、ファミリークラン化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一番、無難な選択で何とかなりそう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リーダーが複数になる。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あっちゃんひこにゃんさん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「船頭多くして船山に登る」に注意が必要。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クラン運営の複雑化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外部から見ると訳分からんことになる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370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あっちゃん、ひこにゃんさんへ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たいした資料ではないですが。参考までに。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最終的な結論はお二人で出していただきたく。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6843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1172</TotalTime>
  <Words>1007</Words>
  <Application>Microsoft Macintosh PowerPoint</Application>
  <PresentationFormat>ワイド画面</PresentationFormat>
  <Paragraphs>109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3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東方とまほらまの 今後について </vt:lpstr>
      <vt:lpstr>JWCお疲れさまでした</vt:lpstr>
      <vt:lpstr>東方勢とまほらま勢(JWC参戦メンバー)</vt:lpstr>
      <vt:lpstr>あっちゃんの危惧(問題点１)</vt:lpstr>
      <vt:lpstr>bigtreeの危惧(問題点２)</vt:lpstr>
      <vt:lpstr>では、どうしていくのか？ </vt:lpstr>
      <vt:lpstr>案１、それぞれの道を行こう 案２、クラン吸収合併(東方←まほらま) 案３、クラン吸収合併(まほらま←東方) 案４、新規クラン立ち上げ 案５、ファミリークラン化</vt:lpstr>
      <vt:lpstr>案１、それぞれの道を行こう</vt:lpstr>
      <vt:lpstr>案１、それぞれの道を行こう</vt:lpstr>
      <vt:lpstr>案２、クラン吸収合併(東方←まほらま)</vt:lpstr>
      <vt:lpstr>案３、クラン吸収合併(まほらま←東方)</vt:lpstr>
      <vt:lpstr>案４、新規クラン立ち上げ</vt:lpstr>
      <vt:lpstr>案４、新規クラン立ち上げ</vt:lpstr>
      <vt:lpstr>案４、新規クラン立ち上げ</vt:lpstr>
      <vt:lpstr>案５、ファミリークラン化</vt:lpstr>
      <vt:lpstr>案５、ファミリークラン化</vt:lpstr>
      <vt:lpstr>あっちゃん、ひこにゃんさんへ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260</cp:revision>
  <dcterms:created xsi:type="dcterms:W3CDTF">2017-03-02T10:44:30Z</dcterms:created>
  <dcterms:modified xsi:type="dcterms:W3CDTF">2021-03-30T12:16:09Z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