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7" r:id="rId3"/>
    <p:sldId id="359" r:id="rId4"/>
    <p:sldId id="263" r:id="rId5"/>
    <p:sldId id="360" r:id="rId6"/>
    <p:sldId id="361" r:id="rId7"/>
    <p:sldId id="363" r:id="rId8"/>
    <p:sldId id="362" r:id="rId9"/>
    <p:sldId id="364" r:id="rId10"/>
    <p:sldId id="368" r:id="rId11"/>
    <p:sldId id="365" r:id="rId12"/>
    <p:sldId id="366" r:id="rId13"/>
    <p:sldId id="367" r:id="rId14"/>
    <p:sldId id="369" r:id="rId15"/>
    <p:sldId id="370" r:id="rId16"/>
    <p:sldId id="371" r:id="rId17"/>
    <p:sldId id="376" r:id="rId18"/>
    <p:sldId id="374" r:id="rId19"/>
    <p:sldId id="372" r:id="rId20"/>
    <p:sldId id="373" r:id="rId21"/>
    <p:sldId id="375" r:id="rId2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淡色スタイル 1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0A1B5D5-9B99-4C35-A422-299274C87663}" styleName="中間スタイル 1 - アクセント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428" autoAdjust="0"/>
    <p:restoredTop sz="94614" autoAdjust="0"/>
  </p:normalViewPr>
  <p:slideViewPr>
    <p:cSldViewPr snapToGrid="0">
      <p:cViewPr varScale="1">
        <p:scale>
          <a:sx n="147" d="100"/>
          <a:sy n="147" d="100"/>
        </p:scale>
        <p:origin x="1720" y="200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04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ja-JP" altLang="en-US" dirty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C77BA10-896D-4834-9242-9D6C84DAB17A}" type="datetime4">
              <a:rPr lang="ja-JP" altLang="en-US" smtClean="0">
                <a:latin typeface="ＭＳ 明朝" panose="02020609040205080304" pitchFamily="17" charset="-128"/>
                <a:ea typeface="ＭＳ 明朝" panose="02020609040205080304" pitchFamily="17" charset="-128"/>
              </a:rPr>
              <a:t>2021年5月6日</a:t>
            </a:fld>
            <a:endParaRPr lang="en-US"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ja-JP" altLang="en-US" dirty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840BD58-3BFF-4EAF-BB8B-AC67FE801E47}" type="slidenum">
              <a:rPr lang="en-US" altLang="ja-JP" smtClean="0">
                <a:latin typeface="ＭＳ 明朝" panose="02020609040205080304" pitchFamily="17" charset="-128"/>
                <a:ea typeface="ＭＳ 明朝" panose="02020609040205080304" pitchFamily="17" charset="-128"/>
              </a:rPr>
              <a:t>‹#›</a:t>
            </a:fld>
            <a:endParaRPr lang="ja-JP" altLang="en-US" dirty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1059436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fld id="{30389980-3DE9-4702-8CE7-20043EFDAF6C}" type="datetime4">
              <a:rPr lang="ja-JP" altLang="en-US" smtClean="0"/>
              <a:pPr/>
              <a:t>2021年5月6日</a:t>
            </a:fld>
            <a:endParaRPr 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ja-JP" altLang="en-US" noProof="0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ja-JP" altLang="en-US" noProof="0" dirty="0"/>
              <a:t>クリックしてマスター テキストのスタイルを編集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fld id="{68322CDD-9D6C-4F63-9EC2-648226624108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85102655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ＭＳ 明朝" panose="02020609040205080304" pitchFamily="17" charset="-128"/>
        <a:ea typeface="ＭＳ 明朝" panose="02020609040205080304" pitchFamily="17" charset="-128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ＭＳ 明朝" panose="02020609040205080304" pitchFamily="17" charset="-128"/>
        <a:ea typeface="ＭＳ 明朝" panose="02020609040205080304" pitchFamily="17" charset="-128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ＭＳ 明朝" panose="02020609040205080304" pitchFamily="17" charset="-128"/>
        <a:ea typeface="ＭＳ 明朝" panose="02020609040205080304" pitchFamily="17" charset="-128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ＭＳ 明朝" panose="02020609040205080304" pitchFamily="17" charset="-128"/>
        <a:ea typeface="ＭＳ 明朝" panose="02020609040205080304" pitchFamily="17" charset="-128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ＭＳ 明朝" panose="02020609040205080304" pitchFamily="17" charset="-128"/>
        <a:ea typeface="ＭＳ 明朝" panose="02020609040205080304" pitchFamily="17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D444BD-A135-BA48-91DB-D3A94B79F9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7701A2B-F8B6-0247-8DCA-D1ABF4979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A7D304-86F3-F047-8C8B-BF3E840DD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D3B2F-B41F-7942-990C-7D7FFD69CA5F}" type="datetimeFigureOut">
              <a:rPr kumimoji="1" lang="ja-JP" altLang="en-US" smtClean="0"/>
              <a:t>2021/5/6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B872E23-705D-F648-AE31-065D21160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7487525-C46B-9341-89C9-111644530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8EE82-CEDF-DA42-8547-6C9D07F67A1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長方形 7">
            <a:extLst>
              <a:ext uri="{FF2B5EF4-FFF2-40B4-BE49-F238E27FC236}">
                <a16:creationId xmlns:a16="http://schemas.microsoft.com/office/drawing/2014/main" id="{6EEF07FC-4B26-0845-9B6A-A27456BB2604}"/>
              </a:ext>
            </a:extLst>
          </p:cNvPr>
          <p:cNvSpPr/>
          <p:nvPr userDrawn="1"/>
        </p:nvSpPr>
        <p:spPr>
          <a:xfrm>
            <a:off x="0" y="5888736"/>
            <a:ext cx="12192000" cy="109728"/>
          </a:xfrm>
          <a:prstGeom prst="rect">
            <a:avLst/>
          </a:prstGeom>
          <a:ln>
            <a:noFill/>
          </a:ln>
          <a:effectLst>
            <a:outerShdw blurRad="25400" dist="25400" dir="54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noProof="0" dirty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16372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E19E9A-E284-0447-A739-3B3BA8B13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95BD3D5-B8D4-334D-B645-9C284A482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BB57477-C47A-E54B-88C3-7CB302E48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293553-851E-E547-A56E-8321D9FE8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 noProof="0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8E9FF9-218E-C540-9899-D4481C1DD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429384223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1E664E-D85E-0842-A134-DB17BFC01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C6A6DE3-563D-8A47-A4AE-34AF0B500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87A73D-8C04-B948-A60C-FA1BF5459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5040AE-AB59-F54D-AEAD-659B2FD32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 noProof="0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2D469C0-C182-0F48-B1D7-ED75131D3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80528983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98E66D-BF04-0E4E-8C43-6DA0C53E5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F9A5A49-6BAF-E646-B923-63B4C8BD0F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86B4BDB-6F96-494E-B75F-54A6F1DD28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2A7B09C-2EA1-CF46-B677-A87FBBA48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F55C94B-393D-F042-9893-7D0FE5368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 noProof="0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60DC901-8B1B-9942-A693-6C365CE8F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48645422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98431E-BF7F-B643-9732-C58E50B07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380530F-EDAE-A04A-959F-04FFB5916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FA9A27B-E8DA-2A43-9E6C-4E28C64955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2D4AFFD-EC12-9F4F-A66F-8E1CA65B7F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1C73567-33DD-1446-B57A-4A8D3C1214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03C4587-5951-AE40-98EC-000C8348B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B8797D5-BA03-FD4F-9766-3645C482D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 noProof="0" dirty="0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C2F01D1-340A-B848-9A18-8AC0AA21F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44439662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DDC320-87B3-9240-9F12-5A4E931D7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C328F43-1148-F640-A232-835EBF9EA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990A5E6-C7ED-974B-A5DA-1ED34A27A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ja-JP" altLang="en-US" noProof="0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9B7DB38-D7EA-2E45-B784-6CE9E425D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4109215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E145497-DA82-9B4A-8975-6E631D370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BACD022-6274-D74C-807F-26568E95B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 noProof="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504A5FB-177C-3949-9977-281F0ED62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17872741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2AC5E6-D1F5-0741-9A95-8DA925002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C60DF96-FDCC-2248-A0BA-3FF5430D4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AF23B4F-43AB-CF42-854E-506F8AA7B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228205A-07EC-B04A-AFB2-986A6BD56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791BC3C-3F90-9244-8676-E2EAE0468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 noProof="0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859A304-D1F0-714E-ABB0-C307AD847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745326060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B52ED7-D0B7-A94A-9D43-79CDE2D8B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940C5EC-53A1-774F-935B-8F3FA2472C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A69FE42-5383-7340-8BFF-A05FC3C16F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56DDAC4-2F89-574F-AF28-91DF0C6EA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7C6BA52-8E5E-994C-9083-F26C763F3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9A56643-7882-B841-88E7-2029D1D27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425914923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B180A3-8BCB-6D4A-9484-CDA70E587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2F207EA-E990-C34F-9670-1E0C43D6D0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33A9939-599B-A444-B4E6-0C6D97056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949BD4C-D028-7749-AD00-61C028088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 noProof="0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1EAE97-38FC-E147-9A1F-D22088D6F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429321558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3B90592-6965-BD48-BBB2-B201EA57C7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4F35AD2-C676-624B-B883-6E1E60151B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54BF2B8-E29D-F945-B061-FAE837F8B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50F5FA2-B055-0644-BFD0-1A4AAF7A9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 noProof="0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3E4A748-7D9F-BC45-9AB3-08EF79442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759054449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0FD5521-8A3B-8B41-BFDC-4B6A866B3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570B859-1202-AD48-8158-D8352800F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2A2D54D-5D60-2C4B-84D5-1F47A4EBC9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0C14571-F7CC-FD42-8F2C-7392466F04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ja-JP" altLang="en-US" noProof="0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945EF07-AB40-CB40-B618-13C37B4AED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375A4-56A4-47D6-9801-1991572033F7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  <p:sp>
        <p:nvSpPr>
          <p:cNvPr id="7" name="長方形 7">
            <a:extLst>
              <a:ext uri="{FF2B5EF4-FFF2-40B4-BE49-F238E27FC236}">
                <a16:creationId xmlns:a16="http://schemas.microsoft.com/office/drawing/2014/main" id="{81498219-8C3B-FE4D-8C6C-D8803793612A}"/>
              </a:ext>
            </a:extLst>
          </p:cNvPr>
          <p:cNvSpPr/>
          <p:nvPr userDrawn="1"/>
        </p:nvSpPr>
        <p:spPr>
          <a:xfrm>
            <a:off x="0" y="6257036"/>
            <a:ext cx="12192000" cy="54864"/>
          </a:xfrm>
          <a:prstGeom prst="rect">
            <a:avLst/>
          </a:prstGeom>
          <a:ln>
            <a:noFill/>
          </a:ln>
          <a:effectLst>
            <a:innerShdw blurRad="25400" dist="12700" dir="16200000">
              <a:schemeClr val="accent1">
                <a:lumMod val="50000"/>
                <a:alpha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noProof="0" dirty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34784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armatch.us/league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cocwar.info/league/leagueDetail.do?idWarLeagueSeason=100" TargetMode="External"/><Relationship Id="rId2" Type="http://schemas.openxmlformats.org/officeDocument/2006/relationships/hyperlink" Target="https://jwcranking.jimdofree.com/home/about-jwc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cocwar.info/league/leagueDetail.do?idWarLeagueSeason=101" TargetMode="External"/><Relationship Id="rId2" Type="http://schemas.openxmlformats.org/officeDocument/2006/relationships/hyperlink" Target="https://jwcranking.jimdofree.com/home/about-jwc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cocwar.info/league/leagueDetail.do?idWarLeagueSeason=102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cocwar.info/league/leagueDetail.do?idWarLeagueSeason=103" TargetMode="External"/><Relationship Id="rId2" Type="http://schemas.openxmlformats.org/officeDocument/2006/relationships/hyperlink" Target="https://jwcranking.jimdofree.com/home/about-jwc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cocwar.info/league/leagueDetail.do?idWarLeagueSeason=105" TargetMode="External"/><Relationship Id="rId4" Type="http://schemas.openxmlformats.org/officeDocument/2006/relationships/hyperlink" Target="http://cocwar.info/league/leagueDetail.do?idWarLeagueSeason=104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armatch.us/leagues/567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armatch.us/leagues/568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armatch.us/leagues/532" TargetMode="External"/><Relationship Id="rId2" Type="http://schemas.openxmlformats.org/officeDocument/2006/relationships/hyperlink" Target="https://warmatch.us/leagues/568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armatch.us/leagues/538" TargetMode="External"/><Relationship Id="rId2" Type="http://schemas.openxmlformats.org/officeDocument/2006/relationships/hyperlink" Target="https://warmatch.us/leagues/568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armatch.us/leagues/460" TargetMode="External"/><Relationship Id="rId2" Type="http://schemas.openxmlformats.org/officeDocument/2006/relationships/hyperlink" Target="https://www.globalclashcup.com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armatch.us/leagues/461" TargetMode="External"/><Relationship Id="rId2" Type="http://schemas.openxmlformats.org/officeDocument/2006/relationships/hyperlink" Target="https://www.globalclashcup.com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armatch.us/leagues/556/stats" TargetMode="External"/><Relationship Id="rId2" Type="http://schemas.openxmlformats.org/officeDocument/2006/relationships/hyperlink" Target="https://www.mlcw.org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armatch.us/leagues/543" TargetMode="External"/><Relationship Id="rId2" Type="http://schemas.openxmlformats.org/officeDocument/2006/relationships/hyperlink" Target="https://discord.me/wcl-warriors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armatch.us/leagues/575" TargetMode="External"/><Relationship Id="rId2" Type="http://schemas.openxmlformats.org/officeDocument/2006/relationships/hyperlink" Target="http://www.friendlywarleague.com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armatch.us/leagues/548" TargetMode="External"/><Relationship Id="rId2" Type="http://schemas.openxmlformats.org/officeDocument/2006/relationships/hyperlink" Target="https://www.facebook.com/pg/mwlph/posts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42E615-1863-FF40-9031-9AB0230D80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72818"/>
            <a:ext cx="9144000" cy="3181972"/>
          </a:xfrm>
        </p:spPr>
        <p:txBody>
          <a:bodyPr>
            <a:normAutofit/>
          </a:bodyPr>
          <a:lstStyle/>
          <a:p>
            <a:pPr algn="ctr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リーグ調査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最高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帯オンリー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9" name="スライド番号プレースホルダー 3">
            <a:extLst>
              <a:ext uri="{FF2B5EF4-FFF2-40B4-BE49-F238E27FC236}">
                <a16:creationId xmlns:a16="http://schemas.microsoft.com/office/drawing/2014/main" id="{F96F847E-5434-C446-87EA-885B1EDE2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</a:t>
            </a:fld>
            <a:endParaRPr lang="ja-JP" altLang="en-US" noProof="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B8A8E08-22FC-C842-B935-3341E5A45067}"/>
              </a:ext>
            </a:extLst>
          </p:cNvPr>
          <p:cNvSpPr txBox="1"/>
          <p:nvPr/>
        </p:nvSpPr>
        <p:spPr>
          <a:xfrm>
            <a:off x="8990557" y="5405669"/>
            <a:ext cx="23871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2021/05/06</a:t>
            </a:r>
            <a:r>
              <a:rPr lang="ja-JP" altLang="en-US" sz="2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版</a:t>
            </a:r>
            <a:endParaRPr kumimoji="1" lang="ja-JP" altLang="en-US" sz="240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29998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はじめに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「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Clash of Clans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」におけるリーグについて調査したものです。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2021/5/1 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時点の情報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国内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/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海外問わず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最高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帯オンリー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e-Sports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系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短時間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5vs5)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は対象外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洗い出し方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(JWC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以外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：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  <a:hlinkClick r:id="rId2"/>
              </a:rPr>
              <a:t>https://warmatch.us/leagues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</a:t>
            </a:fld>
            <a:endParaRPr lang="ja-JP" altLang="en-US" noProof="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82791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この資料を作った背景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502920" indent="-457200"/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以外で狙うべきリーグの明確化のため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所属クランの性質上、以下を前提として調査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960120" lvl="1" indent="-457200">
              <a:buFont typeface="Wingdings" pitchFamily="2" charset="2"/>
              <a:buChar char="Ø"/>
            </a:pPr>
            <a:r>
              <a:rPr lang="ja-JP" altLang="en-US" sz="28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最高</a:t>
            </a:r>
            <a:r>
              <a:rPr lang="en-US" altLang="ja-JP" sz="28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TH</a:t>
            </a:r>
            <a:r>
              <a:rPr lang="ja-JP" altLang="en-US" sz="28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帯オンリーのリーグであること</a:t>
            </a:r>
            <a:r>
              <a:rPr lang="en-US" altLang="ja-JP" sz="28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(MIX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は敷居が高いんよ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…)</a:t>
            </a:r>
          </a:p>
          <a:p>
            <a:pPr marL="960120" lvl="1" indent="-457200">
              <a:buFont typeface="Wingdings" pitchFamily="2" charset="2"/>
              <a:buChar char="Ø"/>
            </a:pPr>
            <a:r>
              <a:rPr lang="ja-JP" altLang="en-US" sz="28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戦闘時間が短い大会は避けること</a:t>
            </a:r>
            <a:r>
              <a:rPr lang="en-US" altLang="ja-JP" sz="28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(30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分対戦とか無理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b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→ e-Sports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と名の付くものは除外する</a:t>
            </a:r>
            <a:endParaRPr lang="en-US" altLang="ja-JP" sz="20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リーグ毎の難易度は独断と偏見で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一応各リーグの全壊率とか見て判断していますが、詳しい人アドバイス求むです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  <a:p>
            <a:pPr marL="45720" indent="0">
              <a:buNone/>
            </a:pP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3</a:t>
            </a:fld>
            <a:endParaRPr lang="ja-JP" altLang="en-US" noProof="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2554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E27039-9568-144A-9E91-3B61FB565D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6286" y="1187630"/>
            <a:ext cx="9570720" cy="3173122"/>
          </a:xfrm>
        </p:spPr>
        <p:txBody>
          <a:bodyPr>
            <a:normAutofit fontScale="90000"/>
          </a:bodyPr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それでは挙げていきましょう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FA60BD1-FA32-484F-807E-37BB2EC21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4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93706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 TH13 J1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502920" indent="-457200"/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  <a:hlinkClick r:id="rId2"/>
              </a:rPr>
              <a:t>https://jwcranking.jimdofree.com/home/about-jwc/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  <a:hlinkClick r:id="rId3"/>
              </a:rPr>
              <a:t>http://cocwar.info/league/leagueDetail.do?idWarLeagueSeason=100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難易度：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A</a:t>
            </a:r>
          </a:p>
          <a:p>
            <a:pPr marL="502920" indent="-457200"/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対戦人数：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20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人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〜</a:t>
            </a:r>
          </a:p>
          <a:p>
            <a:pPr marL="502920" indent="-457200"/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攻撃回数：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回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スケジュール実績：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960120" lvl="1" indent="-457200">
              <a:buFont typeface="Wingdings" pitchFamily="2" charset="2"/>
              <a:buChar char="ü"/>
            </a:pP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season1 (2020/02/14〜05/24)</a:t>
            </a:r>
          </a:p>
          <a:p>
            <a:pPr marL="960120" lvl="1" indent="-457200">
              <a:buFont typeface="Wingdings" pitchFamily="2" charset="2"/>
              <a:buChar char="ü"/>
            </a:pP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season2 (2020/08/10〜11/30)</a:t>
            </a:r>
          </a:p>
          <a:p>
            <a:pPr marL="960120" lvl="1" indent="-457200">
              <a:buFont typeface="Wingdings" pitchFamily="2" charset="2"/>
              <a:buChar char="ü"/>
            </a:pP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season3 (2021/01/16〜05/31)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5</a:t>
            </a:fld>
            <a:endParaRPr lang="ja-JP" altLang="en-US" noProof="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32986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 TH13 J2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Autofit/>
          </a:bodyPr>
          <a:lstStyle/>
          <a:p>
            <a:pPr marL="502920" indent="-457200"/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  <a:hlinkClick r:id="rId2"/>
              </a:rPr>
              <a:t>https://jwcranking.jimdofree.com/home/about-jwc/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  <a:hlinkClick r:id="rId3"/>
              </a:rPr>
              <a:t>http://cocwar.info/league/leagueDetail.do?idWarLeagueSeason=101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  <a:hlinkClick r:id="rId4"/>
              </a:rPr>
              <a:t>http://cocwar.info/league/leagueDetail.do?idWarLeagueSeason=102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難易度：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B</a:t>
            </a:r>
          </a:p>
          <a:p>
            <a:pPr marL="502920" indent="-457200"/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対戦人数：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15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人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〜</a:t>
            </a:r>
          </a:p>
          <a:p>
            <a:pPr marL="502920" indent="-457200"/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攻撃回数：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回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スケジュール実績：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960120" lvl="1" indent="-457200">
              <a:buFont typeface="Wingdings" pitchFamily="2" charset="2"/>
              <a:buChar char="ü"/>
            </a:pP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season1 (2020/02/14〜05/24)</a:t>
            </a:r>
          </a:p>
          <a:p>
            <a:pPr marL="960120" lvl="1" indent="-457200">
              <a:buFont typeface="Wingdings" pitchFamily="2" charset="2"/>
              <a:buChar char="ü"/>
            </a:pP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season2 (2020/08/10〜11/30)</a:t>
            </a:r>
          </a:p>
          <a:p>
            <a:pPr marL="960120" lvl="1" indent="-457200">
              <a:buFont typeface="Wingdings" pitchFamily="2" charset="2"/>
              <a:buChar char="ü"/>
            </a:pP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season3 (2021/01/16〜05/31)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6</a:t>
            </a:fld>
            <a:endParaRPr lang="ja-JP" altLang="en-US" noProof="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51900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 TH13 J3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Autofit/>
          </a:bodyPr>
          <a:lstStyle/>
          <a:p>
            <a:pPr marL="502920" indent="-457200"/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  <a:hlinkClick r:id="rId2"/>
              </a:rPr>
              <a:t>https://jwcranking.jimdofree.com/home/about-jwc/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  <a:hlinkClick r:id="rId3"/>
              </a:rPr>
              <a:t>http://cocwar.info/league/leagueDetail.do?idWarLeagueSeason=103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  <a:hlinkClick r:id="rId4"/>
              </a:rPr>
              <a:t>http://cocwar.info/league/leagueDetail.do?idWarLeagueSeason=104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  <a:hlinkClick r:id="rId5"/>
              </a:rPr>
              <a:t>http://cocwar.info/league/leagueDetail.do?idWarLeagueSeason=105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難易度：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C</a:t>
            </a:r>
          </a:p>
          <a:p>
            <a:pPr marL="502920" indent="-457200"/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対戦人数：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10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人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〜</a:t>
            </a:r>
          </a:p>
          <a:p>
            <a:pPr marL="502920" indent="-457200"/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攻撃回数：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回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スケジュール実績：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960120" lvl="1" indent="-457200">
              <a:buFont typeface="Wingdings" pitchFamily="2" charset="2"/>
              <a:buChar char="ü"/>
            </a:pP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season1 (2020/02/14〜05/24)</a:t>
            </a:r>
          </a:p>
          <a:p>
            <a:pPr marL="960120" lvl="1" indent="-457200">
              <a:buFont typeface="Wingdings" pitchFamily="2" charset="2"/>
              <a:buChar char="ü"/>
            </a:pP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season2 (2020/08/10〜11/30)</a:t>
            </a:r>
          </a:p>
          <a:p>
            <a:pPr marL="960120" lvl="1" indent="-457200">
              <a:buFont typeface="Wingdings" pitchFamily="2" charset="2"/>
              <a:buChar char="ü"/>
            </a:pP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season3 (2021/01/16〜05/31)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7</a:t>
            </a:fld>
            <a:endParaRPr lang="ja-JP" altLang="en-US" noProof="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36771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CWL Elite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Autofit/>
          </a:bodyPr>
          <a:lstStyle/>
          <a:p>
            <a:pPr marL="502920" indent="-457200"/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  <a:hlinkClick r:id="rId2"/>
              </a:rPr>
              <a:t>https://twitter.com/champwarleague</a:t>
            </a:r>
          </a:p>
          <a:p>
            <a:pPr marL="502920" indent="-457200"/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  <a:hlinkClick r:id="rId2"/>
              </a:rPr>
              <a:t>https://warmatch.us/leagues/567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難易度：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S</a:t>
            </a:r>
          </a:p>
          <a:p>
            <a:pPr marL="502920" indent="-457200"/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対戦人数：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25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人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攻撃回数：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回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スケジュール実績：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960120" lvl="1" indent="-457200">
              <a:buFont typeface="Wingdings" pitchFamily="2" charset="2"/>
              <a:buChar char="ü"/>
            </a:pP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season8 (2020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年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3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〜7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  <a:p>
            <a:pPr marL="960120" lvl="1" indent="-457200">
              <a:buFont typeface="Wingdings" pitchFamily="2" charset="2"/>
              <a:buChar char="ü"/>
            </a:pP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season9 (2020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年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9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〜12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  <a:p>
            <a:pPr marL="960120" lvl="1" indent="-457200">
              <a:buFont typeface="Wingdings" pitchFamily="2" charset="2"/>
              <a:buChar char="ü"/>
            </a:pP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season10 (2021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年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3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〜6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8</a:t>
            </a:fld>
            <a:endParaRPr lang="ja-JP" altLang="en-US" noProof="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10441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CWL Elite 15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Autofit/>
          </a:bodyPr>
          <a:lstStyle/>
          <a:p>
            <a:pPr marL="502920" indent="-457200"/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  <a:hlinkClick r:id="rId2"/>
              </a:rPr>
              <a:t>https://twitter.com/champwarleague</a:t>
            </a:r>
          </a:p>
          <a:p>
            <a:pPr marL="502920" indent="-457200"/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  <a:hlinkClick r:id="rId2"/>
              </a:rPr>
              <a:t>https://warmatch.us/leagues/568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難易度：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B+ (CWL Elite 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と比較すると全壊率は低い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  <a:p>
            <a:pPr marL="502920" indent="-457200"/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対戦人数：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15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人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攻撃回数：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回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スケジュール実績：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960120" lvl="1" indent="-457200">
              <a:buFont typeface="Wingdings" pitchFamily="2" charset="2"/>
              <a:buChar char="ü"/>
            </a:pP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season8 (2020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年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3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〜7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  <a:p>
            <a:pPr marL="960120" lvl="1" indent="-457200">
              <a:buFont typeface="Wingdings" pitchFamily="2" charset="2"/>
              <a:buChar char="ü"/>
            </a:pP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season9 (2020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年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9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〜12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  <a:p>
            <a:pPr marL="960120" lvl="1" indent="-457200">
              <a:buFont typeface="Wingdings" pitchFamily="2" charset="2"/>
              <a:buChar char="ü"/>
            </a:pP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season10 (2021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年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3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〜5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9</a:t>
            </a:fld>
            <a:endParaRPr lang="ja-JP" altLang="en-US" noProof="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01363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NDL Heavy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Autofit/>
          </a:bodyPr>
          <a:lstStyle/>
          <a:p>
            <a:pPr marL="502920" indent="-457200"/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  <a:hlinkClick r:id="rId2"/>
              </a:rPr>
              <a:t>https://nodipleague.pro/</a:t>
            </a:r>
          </a:p>
          <a:p>
            <a:pPr marL="502920" indent="-457200"/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  <a:hlinkClick r:id="rId3"/>
              </a:rPr>
              <a:t>https://warmatch.us/leagues/532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難易度：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B</a:t>
            </a:r>
          </a:p>
          <a:p>
            <a:pPr marL="502920" indent="-457200"/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対戦人数：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20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人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〜</a:t>
            </a:r>
          </a:p>
          <a:p>
            <a:pPr marL="502920" indent="-457200"/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攻撃回数：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回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スケジュール実績：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960120" lvl="1" indent="-457200">
              <a:buFont typeface="Wingdings" pitchFamily="2" charset="2"/>
              <a:buChar char="ü"/>
            </a:pP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season7 (2020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年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6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〜10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※NDL Professional 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という名前だった？</a:t>
            </a:r>
            <a:endParaRPr lang="en-US" altLang="ja-JP" sz="20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960120" lvl="1" indent="-457200">
              <a:buFont typeface="Wingdings" pitchFamily="2" charset="2"/>
              <a:buChar char="ü"/>
            </a:pP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season8 (2020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年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12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〜2021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年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3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10</a:t>
            </a:fld>
            <a:endParaRPr lang="ja-JP" altLang="en-US" noProof="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24381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EWL Legendary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Autofit/>
          </a:bodyPr>
          <a:lstStyle/>
          <a:p>
            <a:pPr marL="502920" indent="-457200"/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  <a:hlinkClick r:id="rId2"/>
              </a:rPr>
              <a:t>https://elitewarleague.weebly.com/</a:t>
            </a:r>
          </a:p>
          <a:p>
            <a:pPr marL="502920" indent="-457200"/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  <a:hlinkClick r:id="rId3"/>
              </a:rPr>
              <a:t>https://warmatch.us/leagues/538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難易度：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B</a:t>
            </a:r>
          </a:p>
          <a:p>
            <a:pPr marL="502920" indent="-457200"/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対戦人数：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15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人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攻撃回数：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回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スケジュール実績：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960120" lvl="1" indent="-457200">
              <a:buFont typeface="Wingdings" pitchFamily="2" charset="2"/>
              <a:buChar char="ü"/>
            </a:pP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season7 (2020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年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9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〜12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  <a:p>
            <a:pPr marL="960120" lvl="1" indent="-457200">
              <a:buFont typeface="Wingdings" pitchFamily="2" charset="2"/>
              <a:buChar char="ü"/>
            </a:pP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season8 (2021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年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〜5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11</a:t>
            </a:fld>
            <a:endParaRPr lang="ja-JP" altLang="en-US" noProof="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42249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GCC Shingle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Autofit/>
          </a:bodyPr>
          <a:lstStyle/>
          <a:p>
            <a:pPr marL="502920" indent="-457200"/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  <a:hlinkClick r:id="rId2"/>
              </a:rPr>
              <a:t>https://www.globalclashcup.com/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  <a:hlinkClick r:id="rId3"/>
              </a:rPr>
              <a:t>https://warmatch.us/leagues/460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難易度：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? 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en-US" altLang="ja-JP" sz="2000" dirty="0" err="1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warmatch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に情報無し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  <a:p>
            <a:pPr marL="502920" indent="-457200"/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対戦人数：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15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人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攻撃回数：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回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スケジュール実績：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960120" lvl="1" indent="-457200">
              <a:buFont typeface="Wingdings" pitchFamily="2" charset="2"/>
              <a:buChar char="ü"/>
            </a:pP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season3 (2020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年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9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〜10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  <a:p>
            <a:pPr marL="960120" lvl="1" indent="-457200">
              <a:buFont typeface="Wingdings" pitchFamily="2" charset="2"/>
              <a:buChar char="ü"/>
            </a:pP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season4 (2021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年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〜4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 ※</a:t>
            </a:r>
            <a:r>
              <a:rPr lang="en-US" altLang="ja-JP" sz="2200" dirty="0" err="1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warmatch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に情報無し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960120" lvl="1" indent="-457200">
              <a:buFont typeface="Wingdings" pitchFamily="2" charset="2"/>
              <a:buChar char="ü"/>
            </a:pP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12</a:t>
            </a:fld>
            <a:endParaRPr lang="ja-JP" altLang="en-US" noProof="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45793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GCC Brutal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Autofit/>
          </a:bodyPr>
          <a:lstStyle/>
          <a:p>
            <a:pPr marL="502920" indent="-457200"/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  <a:hlinkClick r:id="rId2"/>
              </a:rPr>
              <a:t>https://www.globalclashcup.com/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  <a:hlinkClick r:id="rId3"/>
              </a:rPr>
              <a:t>https://warmatch.us/leagues/461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難易度：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? 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en-US" altLang="ja-JP" sz="2000" dirty="0" err="1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warmatch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</a:t>
            </a:r>
            <a:r>
              <a:rPr lang="ja-JP" altLang="en-US" sz="20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に情報無し</a:t>
            </a:r>
            <a:r>
              <a:rPr lang="en-US" altLang="ja-JP" sz="20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  <a:p>
            <a:pPr marL="502920" indent="-457200"/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対戦人数：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25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人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攻撃回数：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回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スケジュール実績：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960120" lvl="1" indent="-457200">
              <a:buFont typeface="Wingdings" pitchFamily="2" charset="2"/>
              <a:buChar char="ü"/>
            </a:pP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season3 (2020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年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9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〜11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  <a:p>
            <a:pPr marL="960120" lvl="1" indent="-457200">
              <a:buFont typeface="Wingdings" pitchFamily="2" charset="2"/>
              <a:buChar char="ü"/>
            </a:pP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season4 (2021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年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〜4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 ※</a:t>
            </a:r>
            <a:r>
              <a:rPr lang="en-US" altLang="ja-JP" sz="2200" dirty="0" err="1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warmatch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に情報無し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960120" lvl="1" indent="-457200">
              <a:buFont typeface="Wingdings" pitchFamily="2" charset="2"/>
              <a:buChar char="ü"/>
            </a:pP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13</a:t>
            </a:fld>
            <a:endParaRPr lang="ja-JP" altLang="en-US" noProof="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56634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MLCW RCL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Autofit/>
          </a:bodyPr>
          <a:lstStyle/>
          <a:p>
            <a:pPr marL="502920" indent="-457200"/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  <a:hlinkClick r:id="rId2"/>
              </a:rPr>
              <a:t>https://www.mlcw.org/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  <a:hlinkClick r:id="rId3"/>
              </a:rPr>
              <a:t>https://warmatch.us/leagues/556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難易度：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B (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参加クラン多し、平均すると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JWC J2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レベルなのかなぁ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  <a:p>
            <a:pPr marL="502920" indent="-457200"/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対戦人数：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15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人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攻撃回数：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回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スケジュール実績：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960120" lvl="1" indent="-457200">
              <a:buFont typeface="Wingdings" pitchFamily="2" charset="2"/>
              <a:buChar char="ü"/>
            </a:pP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season11 (2020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年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9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〜12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  <a:p>
            <a:pPr marL="960120" lvl="1" indent="-457200">
              <a:buFont typeface="Wingdings" pitchFamily="2" charset="2"/>
              <a:buChar char="ü"/>
            </a:pP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season12 (2021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年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〜5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14</a:t>
            </a:fld>
            <a:endParaRPr lang="ja-JP" altLang="en-US" noProof="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09030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WCL Elite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Autofit/>
          </a:bodyPr>
          <a:lstStyle/>
          <a:p>
            <a:pPr marL="502920" indent="-457200"/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  <a:hlinkClick r:id="rId2"/>
              </a:rPr>
              <a:t>https://discord.me/wcl-warriors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  <a:hlinkClick r:id="rId3"/>
              </a:rPr>
              <a:t>https://warmatch.us/leagues/543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難易度：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B (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参加クラン多し、平均すると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JWC J2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レベルなのかなぁ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  <a:p>
            <a:pPr marL="502920" indent="-457200"/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対戦人数：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20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人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攻撃回数：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回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スケジュール実績：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960120" lvl="1" indent="-457200">
              <a:buFont typeface="Wingdings" pitchFamily="2" charset="2"/>
              <a:buChar char="ü"/>
            </a:pP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season7 (2020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年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7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〜11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  <a:p>
            <a:pPr marL="960120" lvl="1" indent="-457200">
              <a:buFont typeface="Wingdings" pitchFamily="2" charset="2"/>
              <a:buChar char="ü"/>
            </a:pP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season8 (2021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年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〜4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15</a:t>
            </a:fld>
            <a:endParaRPr lang="ja-JP" altLang="en-US" noProof="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60394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FWL Large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Autofit/>
          </a:bodyPr>
          <a:lstStyle/>
          <a:p>
            <a:pPr marL="502920" indent="-457200"/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  <a:hlinkClick r:id="rId2"/>
              </a:rPr>
              <a:t>http://www.friendlywarleague.com/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  <a:hlinkClick r:id="rId3"/>
              </a:rPr>
              <a:t>https://warmatch.us/leagues/575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難易度：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D (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全壊率は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JWC J3 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と同じくらい、無効試合が多い気がする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  <a:p>
            <a:pPr marL="502920" indent="-457200"/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対戦人数：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10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人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〜</a:t>
            </a:r>
          </a:p>
          <a:p>
            <a:pPr marL="502920" indent="-457200"/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攻撃回数：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回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スケジュール実績：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960120" lvl="1" indent="-457200">
              <a:buFont typeface="Wingdings" pitchFamily="2" charset="2"/>
              <a:buChar char="ü"/>
            </a:pP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season9 (2020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年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9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〜12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  <a:p>
            <a:pPr marL="960120" lvl="1" indent="-457200">
              <a:buFont typeface="Wingdings" pitchFamily="2" charset="2"/>
              <a:buChar char="ü"/>
            </a:pP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season10 (2021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年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3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〜6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16</a:t>
            </a:fld>
            <a:endParaRPr lang="ja-JP" altLang="en-US" noProof="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40418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MWL Griffin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Autofit/>
          </a:bodyPr>
          <a:lstStyle/>
          <a:p>
            <a:pPr marL="502920" indent="-457200"/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  <a:hlinkClick r:id="rId2"/>
              </a:rPr>
              <a:t>https://www.facebook.com/pg/mwlph/posts/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  <a:hlinkClick r:id="rId3"/>
              </a:rPr>
              <a:t>https://warmatch.us/leagues/548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難易度：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B (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参加クラン多し、平均すると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JWC J2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レベルなのかなぁ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  <a:p>
            <a:pPr marL="502920" indent="-457200"/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対戦人数：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20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人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攻撃回数：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回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スケジュール実績：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960120" lvl="1" indent="-457200">
              <a:buFont typeface="Wingdings" pitchFamily="2" charset="2"/>
              <a:buChar char="ü"/>
            </a:pP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season2 (2020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年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8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〜12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  <a:p>
            <a:pPr marL="960120" lvl="1" indent="-457200">
              <a:buFont typeface="Wingdings" pitchFamily="2" charset="2"/>
              <a:buChar char="ü"/>
            </a:pP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season3 (2021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年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3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〜5</a:t>
            </a: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</a:t>
            </a:r>
            <a:r>
              <a:rPr lang="en-US" altLang="ja-JP" sz="22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17</a:t>
            </a:fld>
            <a:endParaRPr lang="ja-JP" altLang="en-US" noProof="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52930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E27039-9568-144A-9E91-3B61FB565D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6286" y="1187630"/>
            <a:ext cx="9570720" cy="3173122"/>
          </a:xfrm>
        </p:spPr>
        <p:txBody>
          <a:bodyPr>
            <a:normAutofit/>
          </a:bodyPr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まとめ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FA60BD1-FA32-484F-807E-37BB2EC21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18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788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6"/>
            <a:ext cx="1249017" cy="478764"/>
          </a:xfrm>
        </p:spPr>
        <p:txBody>
          <a:bodyPr>
            <a:noAutofit/>
          </a:bodyPr>
          <a:lstStyle/>
          <a:p>
            <a:pPr marL="45720" indent="0">
              <a:buNone/>
            </a:pPr>
            <a:r>
              <a:rPr lang="ja-JP" altLang="en-US" sz="22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　</a:t>
            </a:r>
            <a:endParaRPr lang="en-US" altLang="ja-JP" sz="22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19</a:t>
            </a:fld>
            <a:endParaRPr lang="ja-JP" altLang="en-US" noProof="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graphicFrame>
        <p:nvGraphicFramePr>
          <p:cNvPr id="5" name="表 5">
            <a:extLst>
              <a:ext uri="{FF2B5EF4-FFF2-40B4-BE49-F238E27FC236}">
                <a16:creationId xmlns:a16="http://schemas.microsoft.com/office/drawing/2014/main" id="{54336BCC-8BB8-6148-8301-BC96DD6E95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1294057"/>
              </p:ext>
            </p:extLst>
          </p:nvPr>
        </p:nvGraphicFramePr>
        <p:xfrm>
          <a:off x="1054100" y="840896"/>
          <a:ext cx="10083800" cy="51917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358863">
                  <a:extLst>
                    <a:ext uri="{9D8B030D-6E8A-4147-A177-3AD203B41FA5}">
                      <a16:colId xmlns:a16="http://schemas.microsoft.com/office/drawing/2014/main" val="159764849"/>
                    </a:ext>
                  </a:extLst>
                </a:gridCol>
                <a:gridCol w="1560443">
                  <a:extLst>
                    <a:ext uri="{9D8B030D-6E8A-4147-A177-3AD203B41FA5}">
                      <a16:colId xmlns:a16="http://schemas.microsoft.com/office/drawing/2014/main" val="1723840724"/>
                    </a:ext>
                  </a:extLst>
                </a:gridCol>
                <a:gridCol w="2544418">
                  <a:extLst>
                    <a:ext uri="{9D8B030D-6E8A-4147-A177-3AD203B41FA5}">
                      <a16:colId xmlns:a16="http://schemas.microsoft.com/office/drawing/2014/main" val="3264145255"/>
                    </a:ext>
                  </a:extLst>
                </a:gridCol>
                <a:gridCol w="1620076">
                  <a:extLst>
                    <a:ext uri="{9D8B030D-6E8A-4147-A177-3AD203B41FA5}">
                      <a16:colId xmlns:a16="http://schemas.microsoft.com/office/drawing/2014/main" val="38683695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リーグ名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難易度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対戦人数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攻撃回数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2287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JWC TH13 J1</a:t>
                      </a:r>
                      <a:endParaRPr kumimoji="1" lang="ja-JP" altLang="en-US">
                        <a:solidFill>
                          <a:schemeClr val="accent5">
                            <a:lumMod val="50000"/>
                          </a:schemeClr>
                        </a:solidFill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A</a:t>
                      </a:r>
                      <a:endParaRPr kumimoji="1" lang="ja-JP" altLang="en-US">
                        <a:solidFill>
                          <a:schemeClr val="accent5">
                            <a:lumMod val="50000"/>
                          </a:schemeClr>
                        </a:solidFill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20</a:t>
                      </a:r>
                      <a:r>
                        <a:rPr kumimoji="1" lang="ja-JP" altLang="en-US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2</a:t>
                      </a:r>
                      <a:endParaRPr kumimoji="1" lang="ja-JP" altLang="en-US">
                        <a:solidFill>
                          <a:schemeClr val="accent5">
                            <a:lumMod val="50000"/>
                          </a:schemeClr>
                        </a:solidFill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5814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JWC TH13 J2</a:t>
                      </a:r>
                      <a:endParaRPr kumimoji="1" lang="ja-JP" altLang="en-US">
                        <a:solidFill>
                          <a:schemeClr val="accent5">
                            <a:lumMod val="50000"/>
                          </a:schemeClr>
                        </a:solidFill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B</a:t>
                      </a:r>
                      <a:endParaRPr kumimoji="1" lang="ja-JP" altLang="en-US">
                        <a:solidFill>
                          <a:schemeClr val="accent5">
                            <a:lumMod val="50000"/>
                          </a:schemeClr>
                        </a:solidFill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15</a:t>
                      </a:r>
                      <a:r>
                        <a:rPr kumimoji="1" lang="ja-JP" altLang="en-US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2</a:t>
                      </a:r>
                      <a:endParaRPr kumimoji="1" lang="ja-JP" altLang="en-US">
                        <a:solidFill>
                          <a:schemeClr val="accent5">
                            <a:lumMod val="50000"/>
                          </a:schemeClr>
                        </a:solidFill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22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JWC TH13 J3</a:t>
                      </a:r>
                      <a:endParaRPr kumimoji="1" lang="ja-JP" altLang="en-US">
                        <a:solidFill>
                          <a:schemeClr val="accent5">
                            <a:lumMod val="50000"/>
                          </a:schemeClr>
                        </a:solidFill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C</a:t>
                      </a:r>
                      <a:endParaRPr kumimoji="1" lang="ja-JP" altLang="en-US">
                        <a:solidFill>
                          <a:schemeClr val="accent5">
                            <a:lumMod val="50000"/>
                          </a:schemeClr>
                        </a:solidFill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10</a:t>
                      </a:r>
                      <a:r>
                        <a:rPr kumimoji="1" lang="ja-JP" altLang="en-US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2</a:t>
                      </a:r>
                      <a:endParaRPr kumimoji="1" lang="ja-JP" altLang="en-US">
                        <a:solidFill>
                          <a:schemeClr val="accent5">
                            <a:lumMod val="50000"/>
                          </a:schemeClr>
                        </a:solidFill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860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CWL Elite</a:t>
                      </a:r>
                      <a:endParaRPr kumimoji="1" lang="ja-JP" altLang="en-US">
                        <a:solidFill>
                          <a:schemeClr val="accent5">
                            <a:lumMod val="50000"/>
                          </a:schemeClr>
                        </a:solidFill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S</a:t>
                      </a:r>
                      <a:endParaRPr kumimoji="1" lang="ja-JP" altLang="en-US">
                        <a:solidFill>
                          <a:schemeClr val="accent5">
                            <a:lumMod val="50000"/>
                          </a:schemeClr>
                        </a:solidFill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25</a:t>
                      </a:r>
                      <a:r>
                        <a:rPr kumimoji="1" lang="ja-JP" altLang="en-US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2</a:t>
                      </a:r>
                      <a:endParaRPr kumimoji="1" lang="ja-JP" altLang="en-US">
                        <a:solidFill>
                          <a:schemeClr val="accent5">
                            <a:lumMod val="50000"/>
                          </a:schemeClr>
                        </a:solidFill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0372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CWL Elite 15</a:t>
                      </a:r>
                      <a:endParaRPr kumimoji="1" lang="ja-JP" altLang="en-US">
                        <a:solidFill>
                          <a:schemeClr val="accent5">
                            <a:lumMod val="50000"/>
                          </a:schemeClr>
                        </a:solidFill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B+</a:t>
                      </a:r>
                      <a:endParaRPr kumimoji="1" lang="ja-JP" altLang="en-US">
                        <a:solidFill>
                          <a:schemeClr val="accent5">
                            <a:lumMod val="50000"/>
                          </a:schemeClr>
                        </a:solidFill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15</a:t>
                      </a:r>
                      <a:r>
                        <a:rPr kumimoji="1" lang="ja-JP" altLang="en-US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2</a:t>
                      </a:r>
                      <a:endParaRPr kumimoji="1" lang="ja-JP" altLang="en-US">
                        <a:solidFill>
                          <a:schemeClr val="accent5">
                            <a:lumMod val="50000"/>
                          </a:schemeClr>
                        </a:solidFill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3033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NDL Heavy</a:t>
                      </a:r>
                      <a:endParaRPr kumimoji="1" lang="ja-JP" altLang="en-US">
                        <a:solidFill>
                          <a:schemeClr val="accent5">
                            <a:lumMod val="50000"/>
                          </a:schemeClr>
                        </a:solidFill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B</a:t>
                      </a:r>
                      <a:endParaRPr kumimoji="1" lang="ja-JP" altLang="en-US">
                        <a:solidFill>
                          <a:schemeClr val="accent5">
                            <a:lumMod val="50000"/>
                          </a:schemeClr>
                        </a:solidFill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20</a:t>
                      </a:r>
                      <a:r>
                        <a:rPr kumimoji="1" lang="ja-JP" altLang="en-US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2</a:t>
                      </a:r>
                      <a:endParaRPr kumimoji="1" lang="ja-JP" altLang="en-US">
                        <a:solidFill>
                          <a:schemeClr val="accent5">
                            <a:lumMod val="50000"/>
                          </a:schemeClr>
                        </a:solidFill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2314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EWL Legendary</a:t>
                      </a:r>
                      <a:endParaRPr kumimoji="1" lang="ja-JP" altLang="en-US">
                        <a:solidFill>
                          <a:schemeClr val="accent5">
                            <a:lumMod val="50000"/>
                          </a:schemeClr>
                        </a:solidFill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B</a:t>
                      </a:r>
                      <a:endParaRPr kumimoji="1" lang="ja-JP" altLang="en-US">
                        <a:solidFill>
                          <a:schemeClr val="accent5">
                            <a:lumMod val="50000"/>
                          </a:schemeClr>
                        </a:solidFill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15</a:t>
                      </a:r>
                      <a:r>
                        <a:rPr kumimoji="1" lang="ja-JP" altLang="en-US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2</a:t>
                      </a:r>
                      <a:endParaRPr kumimoji="1" lang="ja-JP" altLang="en-US">
                        <a:solidFill>
                          <a:schemeClr val="accent5">
                            <a:lumMod val="50000"/>
                          </a:schemeClr>
                        </a:solidFill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677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GCC Shingle</a:t>
                      </a:r>
                      <a:endParaRPr kumimoji="1" lang="ja-JP" altLang="en-US">
                        <a:solidFill>
                          <a:schemeClr val="accent5">
                            <a:lumMod val="50000"/>
                          </a:schemeClr>
                        </a:solidFill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?</a:t>
                      </a:r>
                      <a:endParaRPr kumimoji="1" lang="ja-JP" altLang="en-US">
                        <a:solidFill>
                          <a:schemeClr val="accent5">
                            <a:lumMod val="50000"/>
                          </a:schemeClr>
                        </a:solidFill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15</a:t>
                      </a:r>
                      <a:r>
                        <a:rPr kumimoji="1" lang="ja-JP" altLang="en-US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1</a:t>
                      </a:r>
                      <a:endParaRPr kumimoji="1" lang="ja-JP" altLang="en-US">
                        <a:solidFill>
                          <a:schemeClr val="accent5">
                            <a:lumMod val="50000"/>
                          </a:schemeClr>
                        </a:solidFill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6186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GCC Brutal</a:t>
                      </a:r>
                      <a:endParaRPr kumimoji="1" lang="ja-JP" altLang="en-US">
                        <a:solidFill>
                          <a:schemeClr val="accent5">
                            <a:lumMod val="50000"/>
                          </a:schemeClr>
                        </a:solidFill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?</a:t>
                      </a:r>
                      <a:endParaRPr kumimoji="1" lang="ja-JP" altLang="en-US">
                        <a:solidFill>
                          <a:schemeClr val="accent5">
                            <a:lumMod val="50000"/>
                          </a:schemeClr>
                        </a:solidFill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25</a:t>
                      </a:r>
                      <a:r>
                        <a:rPr kumimoji="1" lang="ja-JP" altLang="en-US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2</a:t>
                      </a:r>
                      <a:endParaRPr kumimoji="1" lang="ja-JP" altLang="en-US">
                        <a:solidFill>
                          <a:schemeClr val="accent5">
                            <a:lumMod val="50000"/>
                          </a:schemeClr>
                        </a:solidFill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4944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MLCW RCL</a:t>
                      </a:r>
                      <a:endParaRPr kumimoji="1" lang="ja-JP" altLang="en-US">
                        <a:solidFill>
                          <a:schemeClr val="accent5">
                            <a:lumMod val="50000"/>
                          </a:schemeClr>
                        </a:solidFill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B</a:t>
                      </a:r>
                      <a:endParaRPr kumimoji="1" lang="ja-JP" altLang="en-US">
                        <a:solidFill>
                          <a:schemeClr val="accent5">
                            <a:lumMod val="50000"/>
                          </a:schemeClr>
                        </a:solidFill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15</a:t>
                      </a:r>
                      <a:r>
                        <a:rPr kumimoji="1" lang="ja-JP" altLang="en-US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2</a:t>
                      </a:r>
                      <a:endParaRPr kumimoji="1" lang="ja-JP" altLang="en-US">
                        <a:solidFill>
                          <a:schemeClr val="accent5">
                            <a:lumMod val="50000"/>
                          </a:schemeClr>
                        </a:solidFill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9259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WCL Elite</a:t>
                      </a:r>
                      <a:endParaRPr kumimoji="1" lang="ja-JP" altLang="en-US">
                        <a:solidFill>
                          <a:schemeClr val="accent5">
                            <a:lumMod val="50000"/>
                          </a:schemeClr>
                        </a:solidFill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B</a:t>
                      </a:r>
                      <a:endParaRPr kumimoji="1" lang="ja-JP" altLang="en-US">
                        <a:solidFill>
                          <a:schemeClr val="accent5">
                            <a:lumMod val="50000"/>
                          </a:schemeClr>
                        </a:solidFill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20</a:t>
                      </a:r>
                      <a:r>
                        <a:rPr kumimoji="1" lang="ja-JP" altLang="en-US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2</a:t>
                      </a:r>
                      <a:endParaRPr kumimoji="1" lang="ja-JP" altLang="en-US">
                        <a:solidFill>
                          <a:schemeClr val="accent5">
                            <a:lumMod val="50000"/>
                          </a:schemeClr>
                        </a:solidFill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9841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FWL Large</a:t>
                      </a:r>
                      <a:endParaRPr kumimoji="1" lang="ja-JP" altLang="en-US">
                        <a:solidFill>
                          <a:schemeClr val="accent5">
                            <a:lumMod val="50000"/>
                          </a:schemeClr>
                        </a:solidFill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D</a:t>
                      </a:r>
                      <a:endParaRPr kumimoji="1" lang="ja-JP" altLang="en-US">
                        <a:solidFill>
                          <a:schemeClr val="accent5">
                            <a:lumMod val="50000"/>
                          </a:schemeClr>
                        </a:solidFill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10</a:t>
                      </a:r>
                      <a:r>
                        <a:rPr kumimoji="1" lang="ja-JP" altLang="en-US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2</a:t>
                      </a:r>
                      <a:endParaRPr kumimoji="1" lang="ja-JP" altLang="en-US">
                        <a:solidFill>
                          <a:schemeClr val="accent5">
                            <a:lumMod val="50000"/>
                          </a:schemeClr>
                        </a:solidFill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8891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MWL Griffin</a:t>
                      </a:r>
                      <a:endParaRPr kumimoji="1" lang="ja-JP" altLang="en-US">
                        <a:solidFill>
                          <a:schemeClr val="accent5">
                            <a:lumMod val="50000"/>
                          </a:schemeClr>
                        </a:solidFill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B</a:t>
                      </a:r>
                      <a:endParaRPr kumimoji="1" lang="ja-JP" altLang="en-US">
                        <a:solidFill>
                          <a:schemeClr val="accent5">
                            <a:lumMod val="50000"/>
                          </a:schemeClr>
                        </a:solidFill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20</a:t>
                      </a:r>
                      <a:r>
                        <a:rPr kumimoji="1" lang="ja-JP" altLang="en-US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2</a:t>
                      </a:r>
                      <a:endParaRPr kumimoji="1" lang="ja-JP" altLang="en-US">
                        <a:solidFill>
                          <a:schemeClr val="accent5">
                            <a:lumMod val="50000"/>
                          </a:schemeClr>
                        </a:solidFill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673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0437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E27039-9568-144A-9E91-3B61FB565D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6286" y="1187630"/>
            <a:ext cx="9570720" cy="3173122"/>
          </a:xfrm>
        </p:spPr>
        <p:txBody>
          <a:bodyPr>
            <a:normAutofit fontScale="90000"/>
          </a:bodyPr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以上です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少しでもリーグ挑戦の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お役に立てば嬉しいです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FA60BD1-FA32-484F-807E-37BB2EC21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rgbClr val="002060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20</a:t>
            </a:fld>
            <a:endParaRPr lang="ja-JP" altLang="en-US" noProof="0" dirty="0">
              <a:solidFill>
                <a:srgbClr val="002060"/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35901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おまけ</a:t>
            </a:r>
          </a:p>
        </p:txBody>
      </p:sp>
      <p:pic>
        <p:nvPicPr>
          <p:cNvPr id="6" name="コンテンツ プレースホルダー 5" descr="グラフィカル ユーザー インターフェイス, テキスト, アプリケーション, チャットまたはテキスト メッセージ&#10;&#10;自動的に生成された説明">
            <a:extLst>
              <a:ext uri="{FF2B5EF4-FFF2-40B4-BE49-F238E27FC236}">
                <a16:creationId xmlns:a16="http://schemas.microsoft.com/office/drawing/2014/main" id="{3692508A-7C42-2A44-99F3-504129766F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7599" y="1390305"/>
            <a:ext cx="3296801" cy="47421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21</a:t>
            </a:fld>
            <a:endParaRPr lang="ja-JP" altLang="en-US" noProof="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25833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RedLineBusiness_16x9">
      <a:dk1>
        <a:srgbClr val="514A40"/>
      </a:dk1>
      <a:lt1>
        <a:sysClr val="window" lastClr="FFFFFF"/>
      </a:lt1>
      <a:dk2>
        <a:srgbClr val="000000"/>
      </a:dk2>
      <a:lt2>
        <a:srgbClr val="F9F7F3"/>
      </a:lt2>
      <a:accent1>
        <a:srgbClr val="A85229"/>
      </a:accent1>
      <a:accent2>
        <a:srgbClr val="98916E"/>
      </a:accent2>
      <a:accent3>
        <a:srgbClr val="C9A645"/>
      </a:accent3>
      <a:accent4>
        <a:srgbClr val="76A7B2"/>
      </a:accent4>
      <a:accent5>
        <a:srgbClr val="82A670"/>
      </a:accent5>
      <a:accent6>
        <a:srgbClr val="896170"/>
      </a:accent6>
      <a:hlink>
        <a:srgbClr val="A85229"/>
      </a:hlink>
      <a:folHlink>
        <a:srgbClr val="98916E"/>
      </a:folHlink>
    </a:clrScheme>
    <a:fontScheme name="Cambria">
      <a:maj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RedLineBusiness_16x9">
      <a:dk1>
        <a:srgbClr val="514A40"/>
      </a:dk1>
      <a:lt1>
        <a:sysClr val="window" lastClr="FFFFFF"/>
      </a:lt1>
      <a:dk2>
        <a:srgbClr val="000000"/>
      </a:dk2>
      <a:lt2>
        <a:srgbClr val="F9F7F3"/>
      </a:lt2>
      <a:accent1>
        <a:srgbClr val="A85229"/>
      </a:accent1>
      <a:accent2>
        <a:srgbClr val="98916E"/>
      </a:accent2>
      <a:accent3>
        <a:srgbClr val="C9A645"/>
      </a:accent3>
      <a:accent4>
        <a:srgbClr val="76A7B2"/>
      </a:accent4>
      <a:accent5>
        <a:srgbClr val="82A670"/>
      </a:accent5>
      <a:accent6>
        <a:srgbClr val="896170"/>
      </a:accent6>
      <a:hlink>
        <a:srgbClr val="A85229"/>
      </a:hlink>
      <a:folHlink>
        <a:srgbClr val="98916E"/>
      </a:folHlink>
    </a:clrScheme>
    <a:fontScheme name="Cambria">
      <a:maj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2320</TotalTime>
  <Words>1202</Words>
  <Application>Microsoft Macintosh PowerPoint</Application>
  <PresentationFormat>ワイド画面</PresentationFormat>
  <Paragraphs>222</Paragraphs>
  <Slides>21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28" baseType="lpstr">
      <vt:lpstr>Hiragino Maru Gothic Pro W4</vt:lpstr>
      <vt:lpstr>ＭＳ 明朝</vt:lpstr>
      <vt:lpstr>游ゴシック</vt:lpstr>
      <vt:lpstr>游ゴシック Light</vt:lpstr>
      <vt:lpstr>Arial</vt:lpstr>
      <vt:lpstr>Wingdings</vt:lpstr>
      <vt:lpstr>Office テーマ</vt:lpstr>
      <vt:lpstr>リーグ調査 (最高TH帯オンリー) </vt:lpstr>
      <vt:lpstr>はじめに</vt:lpstr>
      <vt:lpstr>この資料を作った背景</vt:lpstr>
      <vt:lpstr>それでは挙げていきましょう  </vt:lpstr>
      <vt:lpstr>JWC TH13 J1</vt:lpstr>
      <vt:lpstr>JWC TH13 J2</vt:lpstr>
      <vt:lpstr>JWC TH13 J3</vt:lpstr>
      <vt:lpstr>CWL Elite</vt:lpstr>
      <vt:lpstr>CWL Elite 15</vt:lpstr>
      <vt:lpstr>NDL Heavy</vt:lpstr>
      <vt:lpstr>EWL Legendary</vt:lpstr>
      <vt:lpstr>GCC Shingle</vt:lpstr>
      <vt:lpstr>GCC Brutal</vt:lpstr>
      <vt:lpstr>MLCW RCL</vt:lpstr>
      <vt:lpstr>WCL Elite</vt:lpstr>
      <vt:lpstr>FWL Large</vt:lpstr>
      <vt:lpstr>MWL Griffin</vt:lpstr>
      <vt:lpstr>まとめ  </vt:lpstr>
      <vt:lpstr>PowerPoint プレゼンテーション</vt:lpstr>
      <vt:lpstr>以上です  少しでもリーグ挑戦の お役に立てば嬉しいです</vt:lpstr>
      <vt:lpstr>おまけ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/>
  <cp:lastModifiedBy>東俊実</cp:lastModifiedBy>
  <cp:revision>405</cp:revision>
  <dcterms:created xsi:type="dcterms:W3CDTF">2017-03-02T10:44:30Z</dcterms:created>
  <dcterms:modified xsi:type="dcterms:W3CDTF">2021-05-05T16:04:41Z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