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1" r:id="rId3"/>
    <p:sldId id="257" r:id="rId4"/>
    <p:sldId id="311" r:id="rId5"/>
    <p:sldId id="287" r:id="rId6"/>
    <p:sldId id="28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16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9" autoAdjust="0"/>
    <p:restoredTop sz="94614" autoAdjust="0"/>
  </p:normalViewPr>
  <p:slideViewPr>
    <p:cSldViewPr snapToGrid="0">
      <p:cViewPr varScale="1">
        <p:scale>
          <a:sx n="147" d="100"/>
          <a:sy n="147" d="100"/>
        </p:scale>
        <p:origin x="1720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77BA10-896D-4834-9242-9D6C84DAB17A}" type="datetime4">
              <a:rPr lang="ja-JP" altLang="en-US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2020年9月17日</a:t>
            </a:fld>
            <a:endParaRPr lang="en-US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40BD58-3BFF-4EAF-BB8B-AC67FE801E47}" type="slidenum">
              <a:rPr lang="en-US" altLang="ja-JP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‹#›</a:t>
            </a:fld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0594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30389980-3DE9-4702-8CE7-20043EFDAF6C}" type="datetime4">
              <a:rPr lang="ja-JP" altLang="en-US" smtClean="0"/>
              <a:pPr/>
              <a:t>2020年9月17日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68322CDD-9D6C-4F63-9EC2-648226624108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510265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D444BD-A135-BA48-91DB-D3A94B79F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701A2B-F8B6-0247-8DCA-D1ABF4979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A7D304-86F3-F047-8C8B-BF3E840D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3B2F-B41F-7942-990C-7D7FFD69CA5F}" type="datetimeFigureOut">
              <a:rPr kumimoji="1" lang="ja-JP" altLang="en-US" smtClean="0"/>
              <a:t>2020/9/17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72E23-705D-F648-AE31-065D2116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487525-C46B-9341-89C9-11164453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EE82-CEDF-DA42-8547-6C9D07F67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6EEF07FC-4B26-0845-9B6A-A27456BB2604}"/>
              </a:ext>
            </a:extLst>
          </p:cNvPr>
          <p:cNvSpPr/>
          <p:nvPr userDrawn="1"/>
        </p:nvSpPr>
        <p:spPr>
          <a:xfrm>
            <a:off x="0" y="5888736"/>
            <a:ext cx="12192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37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19E9A-E284-0447-A739-3B3BA8B1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5BD3D5-B8D4-334D-B645-9C284A482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B57477-C47A-E54B-88C3-7CB302E4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93553-851E-E547-A56E-8321D9FE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E9FF9-218E-C540-9899-D4481C1D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293842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E664E-D85E-0842-A134-DB17BFC0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6A6DE3-563D-8A47-A4AE-34AF0B500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87A73D-8C04-B948-A60C-FA1BF545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5040AE-AB59-F54D-AEAD-659B2FD3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D469C0-C182-0F48-B1D7-ED75131D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0528983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98E66D-BF04-0E4E-8C43-6DA0C53E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9A5A49-6BAF-E646-B923-63B4C8BD0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6B4BDB-6F96-494E-B75F-54A6F1DD2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A7B09C-2EA1-CF46-B677-A87FBBA4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55C94B-393D-F042-9893-7D0FE536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DC901-8B1B-9942-A693-6C365CE8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4542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8431E-BF7F-B643-9732-C58E50B0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80530F-EDAE-A04A-959F-04FFB5916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A9A27B-E8DA-2A43-9E6C-4E28C649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D4AFFD-EC12-9F4F-A66F-8E1CA65B7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C73567-33DD-1446-B57A-4A8D3C121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3C4587-5951-AE40-98EC-000C8348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B8797D5-BA03-FD4F-9766-3645C482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2F01D1-340A-B848-9A18-8AC0AA21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443966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DC320-87B3-9240-9F12-5A4E931D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C328F43-1148-F640-A232-835EBF9E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90A5E6-C7ED-974B-A5DA-1ED34A27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ja-JP" altLang="en-US" noProof="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B7DB38-D7EA-2E45-B784-6CE9E425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0921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E145497-DA82-9B4A-8975-6E631D37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ACD022-6274-D74C-807F-26568E95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04A5FB-177C-3949-9977-281F0ED6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7872741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AC5E6-D1F5-0741-9A95-8DA92500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60DF96-FDCC-2248-A0BA-3FF5430D4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F23B4F-43AB-CF42-854E-506F8AA7B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28205A-07EC-B04A-AFB2-986A6BD5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91BC3C-3F90-9244-8676-E2EAE046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59A304-D1F0-714E-ABB0-C307AD84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4532606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52ED7-D0B7-A94A-9D43-79CDE2D8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40C5EC-53A1-774F-935B-8F3FA2472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69FE42-5383-7340-8BFF-A05FC3C16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6DDAC4-2F89-574F-AF28-91DF0C6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C6BA52-8E5E-994C-9083-F26C763F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A56643-7882-B841-88E7-2029D1D2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5914923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180A3-8BCB-6D4A-9484-CDA70E58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F207EA-E990-C34F-9670-1E0C43D6D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3A9939-599B-A444-B4E6-0C6D9705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49BD4C-D028-7749-AD00-61C02808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1EAE97-38FC-E147-9A1F-D22088D6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9321558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B90592-6965-BD48-BBB2-B201EA57C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F35AD2-C676-624B-B883-6E1E60151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4BF2B8-E29D-F945-B061-FAE837F8B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0F5FA2-B055-0644-BFD0-1A4AAF7A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E4A748-7D9F-BC45-9AB3-08EF7944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5905444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FD5521-8A3B-8B41-BFDC-4B6A866B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70B859-1202-AD48-8158-D8352800F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A2D54D-5D60-2C4B-84D5-1F47A4EBC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C14571-F7CC-FD42-8F2C-7392466F0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45EF07-AB40-CB40-B618-13C37B4AE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81498219-8C3B-FE4D-8C6C-D8803793612A}"/>
              </a:ext>
            </a:extLst>
          </p:cNvPr>
          <p:cNvSpPr/>
          <p:nvPr userDrawn="1"/>
        </p:nvSpPr>
        <p:spPr>
          <a:xfrm>
            <a:off x="0" y="6257036"/>
            <a:ext cx="12192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478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mah0rama.livedoor.blog/archives/24169615.html" TargetMode="External"/><Relationship Id="rId2" Type="http://schemas.openxmlformats.org/officeDocument/2006/relationships/hyperlink" Target="https://twitter.com/cqc_mix/status/1304737237850976257?s=2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42E615-1863-FF40-9031-9AB0230D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2818"/>
            <a:ext cx="9144000" cy="3181972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CQC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攻略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for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9" name="スライド番号プレースホルダー 3">
            <a:extLst>
              <a:ext uri="{FF2B5EF4-FFF2-40B4-BE49-F238E27FC236}">
                <a16:creationId xmlns:a16="http://schemas.microsoft.com/office/drawing/2014/main" id="{F96F847E-5434-C446-87EA-885B1EDE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999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CDE40D2-6BAF-7C40-8F95-FBE7B8D35330}"/>
              </a:ext>
            </a:extLst>
          </p:cNvPr>
          <p:cNvSpPr txBox="1"/>
          <p:nvPr/>
        </p:nvSpPr>
        <p:spPr>
          <a:xfrm>
            <a:off x="6724282" y="2203910"/>
            <a:ext cx="50712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作成者：</a:t>
            </a:r>
            <a:r>
              <a:rPr lang="en-US" altLang="ja-JP" sz="28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endParaRPr lang="en-US" altLang="ja-JP" sz="28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所属クラン：</a:t>
            </a:r>
            <a:r>
              <a:rPr kumimoji="1"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endParaRPr kumimoji="1" lang="en-US" altLang="ja-JP" sz="28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作成日時：</a:t>
            </a:r>
            <a:r>
              <a:rPr lang="en-US" altLang="ja-JP" sz="2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2020/09/16</a:t>
            </a:r>
          </a:p>
          <a:p>
            <a:r>
              <a:rPr kumimoji="1"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バージョン：</a:t>
            </a:r>
            <a:r>
              <a:rPr kumimoji="1" lang="en-US" altLang="ja-JP" sz="2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v1.00</a:t>
            </a: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CA3B81E9-E444-F242-8117-9B028556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9C1C5D4-2937-1A45-BD36-DF2ED8492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21" y="491705"/>
            <a:ext cx="5055079" cy="505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9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CQC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について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以下参照ください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  <a:hlinkClick r:id="rId2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https://twitter.com/cqc_mix/status/1304737237850976257?s=21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http://mah0rama.livedoor.blog/archives/24169615.html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279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CQC 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に参加しますよ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pic>
        <p:nvPicPr>
          <p:cNvPr id="10" name="コンテンツ プレースホルダー 9" descr="文字の書かれた紙&#10;&#10;自動的に生成された説明">
            <a:extLst>
              <a:ext uri="{FF2B5EF4-FFF2-40B4-BE49-F238E27FC236}">
                <a16:creationId xmlns:a16="http://schemas.microsoft.com/office/drawing/2014/main" id="{CF08195B-7730-7044-8851-DE793DD21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269" y="1577477"/>
            <a:ext cx="5479462" cy="43513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8524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参加メンバー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：くい助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</a:t>
            </a:r>
            <a:r>
              <a:rPr lang="en-US" altLang="ja-JP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TH11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：魔王様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TH10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：カメ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TH9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：シマ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サポート：雪名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317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自己分析：同格全壊率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実績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：くい助→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50%</a:t>
            </a: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bigtree→75%</a:t>
            </a: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TH11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：魔王様→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??% 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フレチャ見る感じだと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70%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程度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TH10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：カメ→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41% 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ヒーローレベル不足により低め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TH9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：シマ→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??% 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フレチャ見る感じだと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80%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程度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ただし本番は緊張などに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575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戦略１：同格全壊狙い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全員同格全壊を狙う作戦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不安定、全員の調子次第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星の幅が広い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大コケすると星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もありえる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奇跡がおきれば星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もありえる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7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79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戦略２：スワップ作戦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格下、格上攻めを多用する作戦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比較的安定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格上星２がこける可能性がある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ポイントは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TH10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TH12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星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12〜13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をコンスタントに取れる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パーセンテージ勝負になると不利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TH9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は全壊率高いのでそのまま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8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088FB6B-F93D-4D4C-893C-1E50CD8B8EB4}"/>
              </a:ext>
            </a:extLst>
          </p:cNvPr>
          <p:cNvSpPr/>
          <p:nvPr/>
        </p:nvSpPr>
        <p:spPr>
          <a:xfrm>
            <a:off x="7191104" y="1917460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DA0C454-D607-B440-9B77-DCD31D7749B0}"/>
              </a:ext>
            </a:extLst>
          </p:cNvPr>
          <p:cNvSpPr/>
          <p:nvPr/>
        </p:nvSpPr>
        <p:spPr>
          <a:xfrm>
            <a:off x="7191103" y="2519214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C8A0177-46CA-B442-9B38-8E300578B8FD}"/>
              </a:ext>
            </a:extLst>
          </p:cNvPr>
          <p:cNvSpPr/>
          <p:nvPr/>
        </p:nvSpPr>
        <p:spPr>
          <a:xfrm>
            <a:off x="7191102" y="3120968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TH11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BB1DA1E-19FB-454B-83A4-425117EE5875}"/>
              </a:ext>
            </a:extLst>
          </p:cNvPr>
          <p:cNvSpPr/>
          <p:nvPr/>
        </p:nvSpPr>
        <p:spPr>
          <a:xfrm>
            <a:off x="7191102" y="3719047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TH10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347ADB-3F87-2A47-917A-9745A8FA89F3}"/>
              </a:ext>
            </a:extLst>
          </p:cNvPr>
          <p:cNvSpPr/>
          <p:nvPr/>
        </p:nvSpPr>
        <p:spPr>
          <a:xfrm>
            <a:off x="7191101" y="4317126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TH9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6770AAB-953F-7A4D-A6B7-4AC005890FE7}"/>
              </a:ext>
            </a:extLst>
          </p:cNvPr>
          <p:cNvSpPr/>
          <p:nvPr/>
        </p:nvSpPr>
        <p:spPr>
          <a:xfrm>
            <a:off x="9934306" y="1917460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6EDB84E-1CDA-1947-8271-86367E54D7D9}"/>
              </a:ext>
            </a:extLst>
          </p:cNvPr>
          <p:cNvSpPr/>
          <p:nvPr/>
        </p:nvSpPr>
        <p:spPr>
          <a:xfrm>
            <a:off x="9934305" y="2519214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0CF082-1818-5340-9767-7F5792E7EC44}"/>
              </a:ext>
            </a:extLst>
          </p:cNvPr>
          <p:cNvSpPr/>
          <p:nvPr/>
        </p:nvSpPr>
        <p:spPr>
          <a:xfrm>
            <a:off x="9934304" y="3120968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TH11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4261D51-38E5-7C47-A527-C96DD44C510A}"/>
              </a:ext>
            </a:extLst>
          </p:cNvPr>
          <p:cNvSpPr/>
          <p:nvPr/>
        </p:nvSpPr>
        <p:spPr>
          <a:xfrm>
            <a:off x="9934304" y="3719047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TH10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6A55559-ED83-1D4C-8560-311EC3E76C90}"/>
              </a:ext>
            </a:extLst>
          </p:cNvPr>
          <p:cNvSpPr/>
          <p:nvPr/>
        </p:nvSpPr>
        <p:spPr>
          <a:xfrm>
            <a:off x="9934303" y="4317126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TH9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27" name="右矢印 26">
            <a:extLst>
              <a:ext uri="{FF2B5EF4-FFF2-40B4-BE49-F238E27FC236}">
                <a16:creationId xmlns:a16="http://schemas.microsoft.com/office/drawing/2014/main" id="{DBC951C4-3AAC-774F-8AF7-8F7EB5FE66D6}"/>
              </a:ext>
            </a:extLst>
          </p:cNvPr>
          <p:cNvSpPr/>
          <p:nvPr/>
        </p:nvSpPr>
        <p:spPr>
          <a:xfrm rot="1858174">
            <a:off x="8644641" y="2297048"/>
            <a:ext cx="1327404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29" name="右矢印 28">
            <a:extLst>
              <a:ext uri="{FF2B5EF4-FFF2-40B4-BE49-F238E27FC236}">
                <a16:creationId xmlns:a16="http://schemas.microsoft.com/office/drawing/2014/main" id="{B851DBFB-F22C-F04E-AD43-AFFFB441E1B9}"/>
              </a:ext>
            </a:extLst>
          </p:cNvPr>
          <p:cNvSpPr/>
          <p:nvPr/>
        </p:nvSpPr>
        <p:spPr>
          <a:xfrm rot="1858174">
            <a:off x="8640672" y="3418641"/>
            <a:ext cx="1327404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0" name="右矢印 29">
            <a:extLst>
              <a:ext uri="{FF2B5EF4-FFF2-40B4-BE49-F238E27FC236}">
                <a16:creationId xmlns:a16="http://schemas.microsoft.com/office/drawing/2014/main" id="{10872C96-0A66-D94E-8D88-E64AF8DEC40E}"/>
              </a:ext>
            </a:extLst>
          </p:cNvPr>
          <p:cNvSpPr/>
          <p:nvPr/>
        </p:nvSpPr>
        <p:spPr>
          <a:xfrm>
            <a:off x="8704464" y="4327007"/>
            <a:ext cx="1199819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右矢印 25">
            <a:extLst>
              <a:ext uri="{FF2B5EF4-FFF2-40B4-BE49-F238E27FC236}">
                <a16:creationId xmlns:a16="http://schemas.microsoft.com/office/drawing/2014/main" id="{4A3FFA24-AE07-8544-A9FA-7C8CD43B7818}"/>
              </a:ext>
            </a:extLst>
          </p:cNvPr>
          <p:cNvSpPr/>
          <p:nvPr/>
        </p:nvSpPr>
        <p:spPr>
          <a:xfrm rot="19920483">
            <a:off x="8618711" y="2273223"/>
            <a:ext cx="1327404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星</a:t>
            </a:r>
            <a:r>
              <a:rPr lang="en-US" altLang="ja-JP" sz="1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狙い</a:t>
            </a:r>
          </a:p>
        </p:txBody>
      </p:sp>
      <p:sp>
        <p:nvSpPr>
          <p:cNvPr id="28" name="右矢印 27">
            <a:extLst>
              <a:ext uri="{FF2B5EF4-FFF2-40B4-BE49-F238E27FC236}">
                <a16:creationId xmlns:a16="http://schemas.microsoft.com/office/drawing/2014/main" id="{3D7BD92D-13A0-DB43-B9B9-9A99CE84C242}"/>
              </a:ext>
            </a:extLst>
          </p:cNvPr>
          <p:cNvSpPr/>
          <p:nvPr/>
        </p:nvSpPr>
        <p:spPr>
          <a:xfrm rot="19920483">
            <a:off x="8614742" y="3394816"/>
            <a:ext cx="1327404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星</a:t>
            </a:r>
            <a:r>
              <a:rPr lang="en-US" altLang="ja-JP" sz="1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狙い</a:t>
            </a:r>
          </a:p>
        </p:txBody>
      </p:sp>
    </p:spTree>
    <p:extLst>
      <p:ext uri="{BB962C8B-B14F-4D97-AF65-F5344CB8AC3E}">
        <p14:creationId xmlns:p14="http://schemas.microsoft.com/office/powerpoint/2010/main" val="142034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戦略：で、結局どうすんの？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基本的には同格全壊を狙います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ただし村みて星３取れそうにないなー・・・と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思うときは名乗りでてください。なるべく早い段階で！！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司令塔</a:t>
            </a:r>
            <a: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雪名さん</a:t>
            </a:r>
            <a: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にスワップするかしないかを判断</a:t>
            </a:r>
            <a:b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していただきます。任せた。</a:t>
            </a:r>
            <a:r>
              <a:rPr lang="ja-JP" altLang="en-US" sz="20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プレイヤーはプランニングに集中！！</a:t>
            </a:r>
            <a:endParaRPr lang="en-US" altLang="ja-JP" sz="20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くい助さん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(TH13)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、シマさん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(TH9)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はスワップしない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方向でお願いします。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くい助さん→ご本人の希望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シマさん→勝負してもらわないと困る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07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戦略：で、結局どうすんの？まとめ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9C7E3E6-DBF7-5741-8B10-7CD381B9A8E0}"/>
              </a:ext>
            </a:extLst>
          </p:cNvPr>
          <p:cNvSpPr/>
          <p:nvPr/>
        </p:nvSpPr>
        <p:spPr>
          <a:xfrm>
            <a:off x="2953770" y="1778123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くい助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00E13E-EF64-9946-B42E-AA93DEB47622}"/>
              </a:ext>
            </a:extLst>
          </p:cNvPr>
          <p:cNvSpPr/>
          <p:nvPr/>
        </p:nvSpPr>
        <p:spPr>
          <a:xfrm>
            <a:off x="2953769" y="2379877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90DD0D3-170D-2C4D-BED9-0C9D716A6CE2}"/>
              </a:ext>
            </a:extLst>
          </p:cNvPr>
          <p:cNvSpPr/>
          <p:nvPr/>
        </p:nvSpPr>
        <p:spPr>
          <a:xfrm>
            <a:off x="2953768" y="2981631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魔王様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38F46F-6D09-3A47-BC5A-3974E9039604}"/>
              </a:ext>
            </a:extLst>
          </p:cNvPr>
          <p:cNvSpPr/>
          <p:nvPr/>
        </p:nvSpPr>
        <p:spPr>
          <a:xfrm>
            <a:off x="2953768" y="3579710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カメ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341310-5C11-FE4E-A8DF-F31129D73B45}"/>
              </a:ext>
            </a:extLst>
          </p:cNvPr>
          <p:cNvSpPr/>
          <p:nvPr/>
        </p:nvSpPr>
        <p:spPr>
          <a:xfrm>
            <a:off x="2953767" y="4177789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シマ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08D7EF3-699D-9B44-A424-9CA6A92044D3}"/>
              </a:ext>
            </a:extLst>
          </p:cNvPr>
          <p:cNvSpPr/>
          <p:nvPr/>
        </p:nvSpPr>
        <p:spPr>
          <a:xfrm>
            <a:off x="7626534" y="1778123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558334F-657E-4944-BC26-287F1E7BBE5F}"/>
              </a:ext>
            </a:extLst>
          </p:cNvPr>
          <p:cNvSpPr/>
          <p:nvPr/>
        </p:nvSpPr>
        <p:spPr>
          <a:xfrm>
            <a:off x="7626533" y="2379877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E78DDD8-4C8C-6E43-8385-85E94FD056D9}"/>
              </a:ext>
            </a:extLst>
          </p:cNvPr>
          <p:cNvSpPr/>
          <p:nvPr/>
        </p:nvSpPr>
        <p:spPr>
          <a:xfrm>
            <a:off x="7626532" y="2981631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TH11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251F8CC-DD80-0040-8EB5-3B8CD9FD9BA4}"/>
              </a:ext>
            </a:extLst>
          </p:cNvPr>
          <p:cNvSpPr/>
          <p:nvPr/>
        </p:nvSpPr>
        <p:spPr>
          <a:xfrm>
            <a:off x="7626532" y="3579710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TH10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C472E8C-CFD0-D64E-A58A-36920A2557B7}"/>
              </a:ext>
            </a:extLst>
          </p:cNvPr>
          <p:cNvSpPr/>
          <p:nvPr/>
        </p:nvSpPr>
        <p:spPr>
          <a:xfrm>
            <a:off x="7626531" y="4177789"/>
            <a:ext cx="1419497" cy="4997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TH9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947B3D77-B42C-D945-9CE3-DB01FCDAB889}"/>
              </a:ext>
            </a:extLst>
          </p:cNvPr>
          <p:cNvSpPr/>
          <p:nvPr/>
        </p:nvSpPr>
        <p:spPr>
          <a:xfrm>
            <a:off x="4693921" y="4187670"/>
            <a:ext cx="2690948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星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狙い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20" name="右矢印 19">
            <a:extLst>
              <a:ext uri="{FF2B5EF4-FFF2-40B4-BE49-F238E27FC236}">
                <a16:creationId xmlns:a16="http://schemas.microsoft.com/office/drawing/2014/main" id="{AFB9C5E9-1C37-8F41-AEE9-6D65B7A46593}"/>
              </a:ext>
            </a:extLst>
          </p:cNvPr>
          <p:cNvSpPr/>
          <p:nvPr/>
        </p:nvSpPr>
        <p:spPr>
          <a:xfrm>
            <a:off x="4693921" y="1818966"/>
            <a:ext cx="2690948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星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狙い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61" name="右矢印 60">
            <a:extLst>
              <a:ext uri="{FF2B5EF4-FFF2-40B4-BE49-F238E27FC236}">
                <a16:creationId xmlns:a16="http://schemas.microsoft.com/office/drawing/2014/main" id="{8BA87271-BA03-8F42-B01F-2A3504DC0D91}"/>
              </a:ext>
            </a:extLst>
          </p:cNvPr>
          <p:cNvSpPr/>
          <p:nvPr/>
        </p:nvSpPr>
        <p:spPr>
          <a:xfrm>
            <a:off x="4730105" y="2303598"/>
            <a:ext cx="2690948" cy="1899867"/>
          </a:xfrm>
          <a:prstGeom prst="rightArrow">
            <a:avLst>
              <a:gd name="adj1" fmla="val 50000"/>
              <a:gd name="adj2" fmla="val 49378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基本は同格星</a:t>
            </a:r>
            <a: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狙い</a:t>
            </a:r>
            <a:b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br>
              <a:rPr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600" u="sng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状況に応じてスワップ</a:t>
            </a:r>
            <a:endParaRPr kumimoji="1" lang="ja-JP" altLang="en-US" sz="1600" u="sng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FD5B8B6-F94B-C348-A1AF-5F0110AAE93D}"/>
              </a:ext>
            </a:extLst>
          </p:cNvPr>
          <p:cNvSpPr/>
          <p:nvPr/>
        </p:nvSpPr>
        <p:spPr>
          <a:xfrm>
            <a:off x="2953767" y="5039483"/>
            <a:ext cx="1419497" cy="49979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雪名</a:t>
            </a:r>
            <a:endParaRPr kumimoji="1" lang="ja-JP" altLang="en-US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EC7E7426-CF88-F841-9152-31DDB7E90FA4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4373264" y="3638506"/>
            <a:ext cx="773502" cy="1650876"/>
          </a:xfrm>
          <a:prstGeom prst="straightConnector1">
            <a:avLst/>
          </a:prstGeom>
          <a:ln>
            <a:solidFill>
              <a:srgbClr val="FF0000"/>
            </a:solidFill>
            <a:headEnd w="lg" len="me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824E2404-15AC-F843-AC13-05D8481779A3}"/>
              </a:ext>
            </a:extLst>
          </p:cNvPr>
          <p:cNvSpPr txBox="1"/>
          <p:nvPr/>
        </p:nvSpPr>
        <p:spPr>
          <a:xfrm>
            <a:off x="4520057" y="4907175"/>
            <a:ext cx="5607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判断お願いします。</a:t>
            </a:r>
            <a:endParaRPr kumimoji="1" lang="en-US" altLang="ja-JP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kumimoji="1"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相手の星状況とか、味方の自信とか考慮。</a:t>
            </a:r>
          </a:p>
        </p:txBody>
      </p:sp>
    </p:spTree>
    <p:extLst>
      <p:ext uri="{BB962C8B-B14F-4D97-AF65-F5344CB8AC3E}">
        <p14:creationId xmlns:p14="http://schemas.microsoft.com/office/powerpoint/2010/main" val="392925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防衛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２つは用意しておきましょう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(26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日と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27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日向け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→生放送されたら次の日使えませんので。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硬い配置ではなくて、ハメる配置を用意しましょう。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相手は１回しか攻められません。初見殺しで。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防衛よくわからない。助けてゴドさん。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11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025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その他、色々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必ずルールは把握しておいてください。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星２延長を意識してください。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時間は３０分と限られています貴重です。</a:t>
            </a:r>
            <a:b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自分のプランニングに集中してください。</a:t>
            </a:r>
            <a:b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味方の攻めも相手の攻めも見なくて良いです。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戦局把握はサポーターに任せましょう。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カメさんへ。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DM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iTunes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カード贈ります。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ヒーローポーションを買っておいてくださいな。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687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9/19(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土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11:00 - 23:00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「まほらま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摩天楼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」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練習試合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(vs 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まほらま選抜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本戦メンバーは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22:30-23:00 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で戦ってください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9/22(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火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22:00 - 23:00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「まほらま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摩天楼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」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練習試合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(vs 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鬼滅帝国遠征軍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9/24(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木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22:30 - 23:30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「まほらま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摩天楼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」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練習試合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(vs 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しゃにむにリーグ戦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lang="en-US" altLang="ja-JP" sz="20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9/26(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土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21:00 - XX:XX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「まほらま」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CQC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本戦１日目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9/27(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日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21:00 - XX:XX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「まほらま」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CQC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本戦２日目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13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355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en-US" altLang="ja-JP" sz="3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sz="3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 algn="ctr">
              <a:buNone/>
            </a:pPr>
            <a:r>
              <a:rPr lang="ja-JP" altLang="en-US" sz="36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野良戦に巻き込まれないように</a:t>
            </a:r>
            <a:br>
              <a:rPr lang="en-US" altLang="ja-JP" sz="3600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36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くれぐれもご注意願います！！</a:t>
            </a:r>
            <a:endParaRPr lang="en-US" altLang="ja-JP" sz="3600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14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529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クランの回しかた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pic>
        <p:nvPicPr>
          <p:cNvPr id="8" name="コンテンツ プレースホルダー 7" descr="スクリーンショットの画面&#10;&#10;自動的に生成された説明">
            <a:extLst>
              <a:ext uri="{FF2B5EF4-FFF2-40B4-BE49-F238E27FC236}">
                <a16:creationId xmlns:a16="http://schemas.microsoft.com/office/drawing/2014/main" id="{5CC5CC73-043E-C746-B847-5CAF20AF0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23" y="1690688"/>
            <a:ext cx="10515600" cy="1980010"/>
          </a:xfrm>
        </p:spPr>
      </p:pic>
    </p:spTree>
    <p:extLst>
      <p:ext uri="{BB962C8B-B14F-4D97-AF65-F5344CB8AC3E}">
        <p14:creationId xmlns:p14="http://schemas.microsoft.com/office/powerpoint/2010/main" val="2173544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最後に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sz="3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緊張するでしょうけど、たかだかゲームです。</a:t>
            </a:r>
            <a:endParaRPr lang="en-US" altLang="ja-JP" sz="3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3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せっかくなので楽しみましょう。</a:t>
            </a:r>
            <a:endParaRPr lang="en-US" altLang="ja-JP" sz="3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16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843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</TotalTime>
  <Words>734</Words>
  <Application>Microsoft Macintosh PowerPoint</Application>
  <PresentationFormat>ワイド画面</PresentationFormat>
  <Paragraphs>108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2" baseType="lpstr">
      <vt:lpstr>Hiragino Maru Gothic Pro W4</vt:lpstr>
      <vt:lpstr>ＭＳ 明朝</vt:lpstr>
      <vt:lpstr>游ゴシック</vt:lpstr>
      <vt:lpstr>游ゴシック Light</vt:lpstr>
      <vt:lpstr>Arial</vt:lpstr>
      <vt:lpstr>Office テーマ</vt:lpstr>
      <vt:lpstr>CQC攻略 for まほらま </vt:lpstr>
      <vt:lpstr>PowerPoint プレゼンテーション</vt:lpstr>
      <vt:lpstr>CQC について</vt:lpstr>
      <vt:lpstr>CQC に参加しますよ</vt:lpstr>
      <vt:lpstr>参加メンバー</vt:lpstr>
      <vt:lpstr>自己分析：同格全壊率(実績)</vt:lpstr>
      <vt:lpstr>戦略１：同格全壊狙い</vt:lpstr>
      <vt:lpstr>戦略２：スワップ作戦</vt:lpstr>
      <vt:lpstr>戦略：で、結局どうすんの？</vt:lpstr>
      <vt:lpstr>戦略：で、結局どうすんの？まとめ</vt:lpstr>
      <vt:lpstr>防衛</vt:lpstr>
      <vt:lpstr>その他、色々</vt:lpstr>
      <vt:lpstr>スケジュール</vt:lpstr>
      <vt:lpstr>PowerPoint プレゼンテーション</vt:lpstr>
      <vt:lpstr>クランの回しかた</vt:lpstr>
      <vt:lpstr>最後に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東俊実</cp:lastModifiedBy>
  <cp:revision>249</cp:revision>
  <dcterms:created xsi:type="dcterms:W3CDTF">2017-03-02T10:44:30Z</dcterms:created>
  <dcterms:modified xsi:type="dcterms:W3CDTF">2020-09-17T12:11:50Z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