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61" r:id="rId3"/>
    <p:sldId id="257" r:id="rId4"/>
    <p:sldId id="311" r:id="rId5"/>
    <p:sldId id="287" r:id="rId6"/>
    <p:sldId id="288" r:id="rId7"/>
    <p:sldId id="319" r:id="rId8"/>
    <p:sldId id="320" r:id="rId9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316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93D81CF-94F2-401A-BA57-92F5A7B2D0C5}" styleName="スタイル (中間)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60" autoAdjust="0"/>
    <p:restoredTop sz="94614" autoAdjust="0"/>
  </p:normalViewPr>
  <p:slideViewPr>
    <p:cSldViewPr snapToGrid="0">
      <p:cViewPr varScale="1">
        <p:scale>
          <a:sx n="213" d="100"/>
          <a:sy n="213" d="100"/>
        </p:scale>
        <p:origin x="1720" y="18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2020年9月18日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2020年9月18日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2020/9/18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mah0rama.livedoor.blog/archives/24169615.html" TargetMode="External"/><Relationship Id="rId2" Type="http://schemas.openxmlformats.org/officeDocument/2006/relationships/hyperlink" Target="https://twitter.com/cqc_mix/status/1304737237850976257?s=2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攻略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for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DE40D2-6BAF-7C40-8F95-FBE7B8D35330}"/>
              </a:ext>
            </a:extLst>
          </p:cNvPr>
          <p:cNvSpPr txBox="1"/>
          <p:nvPr/>
        </p:nvSpPr>
        <p:spPr>
          <a:xfrm>
            <a:off x="6724282" y="2203910"/>
            <a:ext cx="507125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作成者：</a:t>
            </a:r>
            <a:r>
              <a:rPr lang="en-US" altLang="ja-JP" sz="28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所属クラン：</a:t>
            </a:r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作成日時：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2020/09/16</a:t>
            </a:r>
          </a:p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バージョン：</a:t>
            </a:r>
            <a:r>
              <a:rPr kumimoji="1"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v1.00</a:t>
            </a:r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CA3B81E9-E444-F242-8117-9B028556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9C1C5D4-2937-1A45-BD36-DF2ED8492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21" y="491705"/>
            <a:ext cx="5055079" cy="505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96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以下参照ください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  <a:hlinkClick r:id="rId2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https://twitter.com/cqc_mix/status/1304737237850976257?s=21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http://mah0rama.livedoor.blog/archives/24169615.html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に参加しますよ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10" name="コンテンツ プレースホルダー 9" descr="文字の書かれた紙&#10;&#10;自動的に生成された説明">
            <a:extLst>
              <a:ext uri="{FF2B5EF4-FFF2-40B4-BE49-F238E27FC236}">
                <a16:creationId xmlns:a16="http://schemas.microsoft.com/office/drawing/2014/main" id="{CF08195B-7730-7044-8851-DE793DD21D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269" y="1577477"/>
            <a:ext cx="5479462" cy="435133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サポート：雪名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自己分析：同格全壊率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50%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bigtree→75%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41%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ヒーローレベル不足により低め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上は非カンスト村相手の数値。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しかも本番は緊張などにより、もっと下がると思われる。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5752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戦略１：同格全壊狙い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全員同格全壊を狙う作戦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不安定、全員の調子次第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星の幅が広い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大コケすると星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奇跡がおきれば星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079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戦略２：スワップ作戦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格下、格上攻めを多用する作戦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比較的安定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格上星２がこける可能性がある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ポイントは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TH10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TH12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12〜13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をコンスタントに取れる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パーセンテージ勝負になると不利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は全壊率高いのでそのまま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88FB6B-F93D-4D4C-893C-1E50CD8B8EB4}"/>
              </a:ext>
            </a:extLst>
          </p:cNvPr>
          <p:cNvSpPr/>
          <p:nvPr/>
        </p:nvSpPr>
        <p:spPr>
          <a:xfrm>
            <a:off x="7191104" y="191746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DA0C454-D607-B440-9B77-DCD31D7749B0}"/>
              </a:ext>
            </a:extLst>
          </p:cNvPr>
          <p:cNvSpPr/>
          <p:nvPr/>
        </p:nvSpPr>
        <p:spPr>
          <a:xfrm>
            <a:off x="7191103" y="2519214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C8A0177-46CA-B442-9B38-8E300578B8FD}"/>
              </a:ext>
            </a:extLst>
          </p:cNvPr>
          <p:cNvSpPr/>
          <p:nvPr/>
        </p:nvSpPr>
        <p:spPr>
          <a:xfrm>
            <a:off x="7191102" y="3120968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BB1DA1E-19FB-454B-83A4-425117EE5875}"/>
              </a:ext>
            </a:extLst>
          </p:cNvPr>
          <p:cNvSpPr/>
          <p:nvPr/>
        </p:nvSpPr>
        <p:spPr>
          <a:xfrm>
            <a:off x="7191102" y="371904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347ADB-3F87-2A47-917A-9745A8FA89F3}"/>
              </a:ext>
            </a:extLst>
          </p:cNvPr>
          <p:cNvSpPr/>
          <p:nvPr/>
        </p:nvSpPr>
        <p:spPr>
          <a:xfrm>
            <a:off x="7191101" y="4317126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770AAB-953F-7A4D-A6B7-4AC005890FE7}"/>
              </a:ext>
            </a:extLst>
          </p:cNvPr>
          <p:cNvSpPr/>
          <p:nvPr/>
        </p:nvSpPr>
        <p:spPr>
          <a:xfrm>
            <a:off x="9934306" y="191746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6EDB84E-1CDA-1947-8271-86367E54D7D9}"/>
              </a:ext>
            </a:extLst>
          </p:cNvPr>
          <p:cNvSpPr/>
          <p:nvPr/>
        </p:nvSpPr>
        <p:spPr>
          <a:xfrm>
            <a:off x="9934305" y="2519214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C0CF082-1818-5340-9767-7F5792E7EC44}"/>
              </a:ext>
            </a:extLst>
          </p:cNvPr>
          <p:cNvSpPr/>
          <p:nvPr/>
        </p:nvSpPr>
        <p:spPr>
          <a:xfrm>
            <a:off x="9934304" y="3120968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4261D51-38E5-7C47-A527-C96DD44C510A}"/>
              </a:ext>
            </a:extLst>
          </p:cNvPr>
          <p:cNvSpPr/>
          <p:nvPr/>
        </p:nvSpPr>
        <p:spPr>
          <a:xfrm>
            <a:off x="9934304" y="371904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6A55559-ED83-1D4C-8560-311EC3E76C90}"/>
              </a:ext>
            </a:extLst>
          </p:cNvPr>
          <p:cNvSpPr/>
          <p:nvPr/>
        </p:nvSpPr>
        <p:spPr>
          <a:xfrm>
            <a:off x="9934303" y="4317126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右矢印 26">
            <a:extLst>
              <a:ext uri="{FF2B5EF4-FFF2-40B4-BE49-F238E27FC236}">
                <a16:creationId xmlns:a16="http://schemas.microsoft.com/office/drawing/2014/main" id="{DBC951C4-3AAC-774F-8AF7-8F7EB5FE66D6}"/>
              </a:ext>
            </a:extLst>
          </p:cNvPr>
          <p:cNvSpPr/>
          <p:nvPr/>
        </p:nvSpPr>
        <p:spPr>
          <a:xfrm rot="1858174">
            <a:off x="8644641" y="2297048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9" name="右矢印 28">
            <a:extLst>
              <a:ext uri="{FF2B5EF4-FFF2-40B4-BE49-F238E27FC236}">
                <a16:creationId xmlns:a16="http://schemas.microsoft.com/office/drawing/2014/main" id="{B851DBFB-F22C-F04E-AD43-AFFFB441E1B9}"/>
              </a:ext>
            </a:extLst>
          </p:cNvPr>
          <p:cNvSpPr/>
          <p:nvPr/>
        </p:nvSpPr>
        <p:spPr>
          <a:xfrm rot="1858174">
            <a:off x="8640672" y="3418641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右矢印 29">
            <a:extLst>
              <a:ext uri="{FF2B5EF4-FFF2-40B4-BE49-F238E27FC236}">
                <a16:creationId xmlns:a16="http://schemas.microsoft.com/office/drawing/2014/main" id="{10872C96-0A66-D94E-8D88-E64AF8DEC40E}"/>
              </a:ext>
            </a:extLst>
          </p:cNvPr>
          <p:cNvSpPr/>
          <p:nvPr/>
        </p:nvSpPr>
        <p:spPr>
          <a:xfrm>
            <a:off x="8704464" y="4327007"/>
            <a:ext cx="1199819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右矢印 25">
            <a:extLst>
              <a:ext uri="{FF2B5EF4-FFF2-40B4-BE49-F238E27FC236}">
                <a16:creationId xmlns:a16="http://schemas.microsoft.com/office/drawing/2014/main" id="{4A3FFA24-AE07-8544-A9FA-7C8CD43B7818}"/>
              </a:ext>
            </a:extLst>
          </p:cNvPr>
          <p:cNvSpPr/>
          <p:nvPr/>
        </p:nvSpPr>
        <p:spPr>
          <a:xfrm rot="19920483">
            <a:off x="8618711" y="2273223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28" name="右矢印 27">
            <a:extLst>
              <a:ext uri="{FF2B5EF4-FFF2-40B4-BE49-F238E27FC236}">
                <a16:creationId xmlns:a16="http://schemas.microsoft.com/office/drawing/2014/main" id="{3D7BD92D-13A0-DB43-B9B9-9A99CE84C242}"/>
              </a:ext>
            </a:extLst>
          </p:cNvPr>
          <p:cNvSpPr/>
          <p:nvPr/>
        </p:nvSpPr>
        <p:spPr>
          <a:xfrm rot="19920483">
            <a:off x="8614742" y="3394816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</p:spTree>
    <p:extLst>
      <p:ext uri="{BB962C8B-B14F-4D97-AF65-F5344CB8AC3E}">
        <p14:creationId xmlns:p14="http://schemas.microsoft.com/office/powerpoint/2010/main" val="142034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基本的には同格全壊を狙います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ただし村みて星３取れそうにないなー・・・と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思うときは名乗りでてください。なるべく早い段階で！！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司令塔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雪名さん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にスワップするかしないかを判断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していただきます。任せた。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プレイヤーはプランニングに集中！！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(TH13)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、シマさん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(TH9)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はスワップしない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方向でお願いします。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くい助さん→ご本人の希望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シマさん→勝負してもらわないと困る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8071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戦略：で、結局どうすんの？まとめ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9C7E3E6-DBF7-5741-8B10-7CD381B9A8E0}"/>
              </a:ext>
            </a:extLst>
          </p:cNvPr>
          <p:cNvSpPr/>
          <p:nvPr/>
        </p:nvSpPr>
        <p:spPr>
          <a:xfrm>
            <a:off x="2953770" y="177812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E00E13E-EF64-9946-B42E-AA93DEB47622}"/>
              </a:ext>
            </a:extLst>
          </p:cNvPr>
          <p:cNvSpPr/>
          <p:nvPr/>
        </p:nvSpPr>
        <p:spPr>
          <a:xfrm>
            <a:off x="2953769" y="237987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90DD0D3-170D-2C4D-BED9-0C9D716A6CE2}"/>
              </a:ext>
            </a:extLst>
          </p:cNvPr>
          <p:cNvSpPr/>
          <p:nvPr/>
        </p:nvSpPr>
        <p:spPr>
          <a:xfrm>
            <a:off x="2953768" y="2981631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238F46F-6D09-3A47-BC5A-3974E9039604}"/>
              </a:ext>
            </a:extLst>
          </p:cNvPr>
          <p:cNvSpPr/>
          <p:nvPr/>
        </p:nvSpPr>
        <p:spPr>
          <a:xfrm>
            <a:off x="2953768" y="357971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8341310-5C11-FE4E-A8DF-F31129D73B45}"/>
              </a:ext>
            </a:extLst>
          </p:cNvPr>
          <p:cNvSpPr/>
          <p:nvPr/>
        </p:nvSpPr>
        <p:spPr>
          <a:xfrm>
            <a:off x="2953767" y="4177789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シマ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8D7EF3-699D-9B44-A424-9CA6A92044D3}"/>
              </a:ext>
            </a:extLst>
          </p:cNvPr>
          <p:cNvSpPr/>
          <p:nvPr/>
        </p:nvSpPr>
        <p:spPr>
          <a:xfrm>
            <a:off x="7626534" y="1778123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58334F-657E-4944-BC26-287F1E7BBE5F}"/>
              </a:ext>
            </a:extLst>
          </p:cNvPr>
          <p:cNvSpPr/>
          <p:nvPr/>
        </p:nvSpPr>
        <p:spPr>
          <a:xfrm>
            <a:off x="7626533" y="237987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E78DDD8-4C8C-6E43-8385-85E94FD056D9}"/>
              </a:ext>
            </a:extLst>
          </p:cNvPr>
          <p:cNvSpPr/>
          <p:nvPr/>
        </p:nvSpPr>
        <p:spPr>
          <a:xfrm>
            <a:off x="7626532" y="2981631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251F8CC-DD80-0040-8EB5-3B8CD9FD9BA4}"/>
              </a:ext>
            </a:extLst>
          </p:cNvPr>
          <p:cNvSpPr/>
          <p:nvPr/>
        </p:nvSpPr>
        <p:spPr>
          <a:xfrm>
            <a:off x="7626532" y="357971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72E8C-CFD0-D64E-A58A-36920A2557B7}"/>
              </a:ext>
            </a:extLst>
          </p:cNvPr>
          <p:cNvSpPr/>
          <p:nvPr/>
        </p:nvSpPr>
        <p:spPr>
          <a:xfrm>
            <a:off x="7626531" y="4177789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右矢印 16">
            <a:extLst>
              <a:ext uri="{FF2B5EF4-FFF2-40B4-BE49-F238E27FC236}">
                <a16:creationId xmlns:a16="http://schemas.microsoft.com/office/drawing/2014/main" id="{947B3D77-B42C-D945-9CE3-DB01FCDAB889}"/>
              </a:ext>
            </a:extLst>
          </p:cNvPr>
          <p:cNvSpPr/>
          <p:nvPr/>
        </p:nvSpPr>
        <p:spPr>
          <a:xfrm>
            <a:off x="4693921" y="4187670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右矢印 19">
            <a:extLst>
              <a:ext uri="{FF2B5EF4-FFF2-40B4-BE49-F238E27FC236}">
                <a16:creationId xmlns:a16="http://schemas.microsoft.com/office/drawing/2014/main" id="{AFB9C5E9-1C37-8F41-AEE9-6D65B7A46593}"/>
              </a:ext>
            </a:extLst>
          </p:cNvPr>
          <p:cNvSpPr/>
          <p:nvPr/>
        </p:nvSpPr>
        <p:spPr>
          <a:xfrm>
            <a:off x="4693921" y="1818966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1" name="右矢印 60">
            <a:extLst>
              <a:ext uri="{FF2B5EF4-FFF2-40B4-BE49-F238E27FC236}">
                <a16:creationId xmlns:a16="http://schemas.microsoft.com/office/drawing/2014/main" id="{8BA87271-BA03-8F42-B01F-2A3504DC0D91}"/>
              </a:ext>
            </a:extLst>
          </p:cNvPr>
          <p:cNvSpPr/>
          <p:nvPr/>
        </p:nvSpPr>
        <p:spPr>
          <a:xfrm>
            <a:off x="4730105" y="2303598"/>
            <a:ext cx="2690948" cy="1899867"/>
          </a:xfrm>
          <a:prstGeom prst="rightArrow">
            <a:avLst>
              <a:gd name="adj1" fmla="val 50000"/>
              <a:gd name="adj2" fmla="val 49378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基本は同格星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状況に応じてスワップ</a:t>
            </a:r>
            <a:endParaRPr kumimoji="1" lang="ja-JP" altLang="en-US" sz="1600" u="sng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1FD5B8B6-F94B-C348-A1AF-5F0110AAE93D}"/>
              </a:ext>
            </a:extLst>
          </p:cNvPr>
          <p:cNvSpPr/>
          <p:nvPr/>
        </p:nvSpPr>
        <p:spPr>
          <a:xfrm>
            <a:off x="2953767" y="503948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EC7E7426-CF88-F841-9152-31DDB7E90FA4}"/>
              </a:ext>
            </a:extLst>
          </p:cNvPr>
          <p:cNvCxnSpPr>
            <a:cxnSpLocks/>
            <a:stCxn id="62" idx="3"/>
          </p:cNvCxnSpPr>
          <p:nvPr/>
        </p:nvCxnSpPr>
        <p:spPr>
          <a:xfrm flipV="1">
            <a:off x="4373264" y="3638506"/>
            <a:ext cx="773502" cy="1650876"/>
          </a:xfrm>
          <a:prstGeom prst="straightConnector1">
            <a:avLst/>
          </a:prstGeom>
          <a:ln>
            <a:solidFill>
              <a:srgbClr val="FF0000"/>
            </a:solidFill>
            <a:headEnd w="lg" len="me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824E2404-15AC-F843-AC13-05D8481779A3}"/>
              </a:ext>
            </a:extLst>
          </p:cNvPr>
          <p:cNvSpPr txBox="1"/>
          <p:nvPr/>
        </p:nvSpPr>
        <p:spPr>
          <a:xfrm>
            <a:off x="4520057" y="4907175"/>
            <a:ext cx="56077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判断お願いします。</a:t>
            </a:r>
            <a:endParaRPr kumimoji="1"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相手の星状況とか、味方の自信とか考慮。</a:t>
            </a:r>
          </a:p>
        </p:txBody>
      </p:sp>
    </p:spTree>
    <p:extLst>
      <p:ext uri="{BB962C8B-B14F-4D97-AF65-F5344CB8AC3E}">
        <p14:creationId xmlns:p14="http://schemas.microsoft.com/office/powerpoint/2010/main" val="3929254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２つは用意しておきましょう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(26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日向け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→生放送されたら次の日使えませんので。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硬い配置ではなくて、ハメる配置を用意しましょう。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相手は１回しか攻められません。初見殺しで。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防衛よくわからない。助けてゴドさん。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00258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その他、色々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必ずルールは把握しておいてください。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星２延長を意識してください。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時間は３０分と限られています貴重です。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自分のプランニングに集中してください。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味方の攻めも相手の攻めも見なくて良いです。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戦局把握はサポーターに任せましょう。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カメさんへ。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DM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iTunes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カード贈ります。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ヒーローポーションを買っておいてくださいな。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06871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 lnSpcReduction="10000"/>
          </a:bodyPr>
          <a:lstStyle/>
          <a:p>
            <a:pPr marL="502920" indent="-457200"/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9/19(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11:00 - 23:00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まほらま選抜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本戦メンバーは</a:t>
            </a:r>
            <a: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22:30-23:00 </a:t>
            </a: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で戦ってください</a:t>
            </a:r>
            <a:endParaRPr lang="en-US" altLang="ja-JP" sz="1800" b="1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9/21(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23:00 - 24:00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黎明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〜(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ムーさんチーム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))</a:t>
            </a:r>
          </a:p>
          <a:p>
            <a:pPr marL="502920" indent="-457200"/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9/22(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火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22:00 - 23:00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鬼滅帝国遠征軍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9/24(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木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22:30 - 23:30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しゃにむにリーグ戦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18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9/26(</a:t>
            </a: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本戦１日目</a:t>
            </a:r>
            <a:endParaRPr lang="en-US" altLang="ja-JP" sz="1800" b="1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9/27(</a:t>
            </a: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</a:t>
            </a:r>
            <a: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8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18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本戦２日目</a:t>
            </a:r>
            <a:endParaRPr lang="en-US" altLang="ja-JP" sz="1800" b="1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※23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日夜、</a:t>
            </a: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日夜も練習戦入れるかもしれません。</a:t>
            </a:r>
            <a:endParaRPr lang="en-US" altLang="ja-JP" sz="1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色々考えたのですが、練習戦いっぱい組む作戦で。</a:t>
            </a:r>
            <a:br>
              <a:rPr lang="en-US" altLang="ja-JP" sz="1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野良戦もできないですし、経験値を積んだ方が良い判断です。</a:t>
            </a:r>
            <a:endParaRPr lang="en-US" altLang="ja-JP" sz="18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03550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 algn="ctr">
              <a:buNone/>
            </a:pP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野良戦に巻き込まれないように</a:t>
            </a:r>
            <a:br>
              <a:rPr lang="en-US" altLang="ja-JP" sz="36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くれぐれもご注意願います！！</a:t>
            </a:r>
            <a:endParaRPr lang="en-US" altLang="ja-JP" sz="36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529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クランの回しかた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コンテンツ プレースホルダー 7" descr="スクリーンショットの画面&#10;&#10;自動的に生成された説明">
            <a:extLst>
              <a:ext uri="{FF2B5EF4-FFF2-40B4-BE49-F238E27FC236}">
                <a16:creationId xmlns:a16="http://schemas.microsoft.com/office/drawing/2014/main" id="{5CC5CC73-043E-C746-B847-5CAF20AF0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23" y="2160951"/>
            <a:ext cx="10515600" cy="1980010"/>
          </a:xfr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1127C2-2E2D-3F42-9E7F-AE249EABD307}"/>
              </a:ext>
            </a:extLst>
          </p:cNvPr>
          <p:cNvSpPr txBox="1"/>
          <p:nvPr/>
        </p:nvSpPr>
        <p:spPr>
          <a:xfrm>
            <a:off x="838200" y="1494689"/>
            <a:ext cx="772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これは運営まわりの話ですが記載しときます。</a:t>
            </a:r>
          </a:p>
        </p:txBody>
      </p:sp>
    </p:spTree>
    <p:extLst>
      <p:ext uri="{BB962C8B-B14F-4D97-AF65-F5344CB8AC3E}">
        <p14:creationId xmlns:p14="http://schemas.microsoft.com/office/powerpoint/2010/main" val="2173544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最後に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緊張するでしょうけど、たかだかゲームです。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せっかくなので楽しみましょう。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68435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1193</TotalTime>
  <Words>833</Words>
  <Application>Microsoft Macintosh PowerPoint</Application>
  <PresentationFormat>ワイド画面</PresentationFormat>
  <Paragraphs>112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CQC攻略 for まほらま </vt:lpstr>
      <vt:lpstr>PowerPoint プレゼンテーション</vt:lpstr>
      <vt:lpstr>CQC について</vt:lpstr>
      <vt:lpstr>CQC に参加しますよ</vt:lpstr>
      <vt:lpstr>参加メンバー</vt:lpstr>
      <vt:lpstr>自己分析：同格全壊率(実績)</vt:lpstr>
      <vt:lpstr>戦略１：同格全壊狙い</vt:lpstr>
      <vt:lpstr>戦略２：スワップ作戦</vt:lpstr>
      <vt:lpstr>戦略：で、結局どうすんの？</vt:lpstr>
      <vt:lpstr>戦略：で、結局どうすんの？まとめ</vt:lpstr>
      <vt:lpstr>防衛</vt:lpstr>
      <vt:lpstr>その他、色々</vt:lpstr>
      <vt:lpstr>スケジュール</vt:lpstr>
      <vt:lpstr>PowerPoint プレゼンテーション</vt:lpstr>
      <vt:lpstr>クランの回しかた</vt:lpstr>
      <vt:lpstr>最後に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 俊実</cp:lastModifiedBy>
  <cp:revision>253</cp:revision>
  <dcterms:created xsi:type="dcterms:W3CDTF">2017-03-02T10:44:30Z</dcterms:created>
  <dcterms:modified xsi:type="dcterms:W3CDTF">2020-09-18T00:36:39Z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