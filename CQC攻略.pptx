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1" r:id="rId3"/>
    <p:sldId id="257" r:id="rId4"/>
    <p:sldId id="311" r:id="rId5"/>
    <p:sldId id="287" r:id="rId6"/>
    <p:sldId id="288" r:id="rId7"/>
    <p:sldId id="319" r:id="rId8"/>
    <p:sldId id="320" r:id="rId9"/>
    <p:sldId id="330" r:id="rId10"/>
    <p:sldId id="321" r:id="rId11"/>
    <p:sldId id="322" r:id="rId12"/>
    <p:sldId id="328" r:id="rId13"/>
    <p:sldId id="329" r:id="rId14"/>
    <p:sldId id="323" r:id="rId15"/>
    <p:sldId id="324" r:id="rId16"/>
    <p:sldId id="325" r:id="rId17"/>
    <p:sldId id="326" r:id="rId18"/>
    <p:sldId id="327" r:id="rId19"/>
    <p:sldId id="316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スタイル (中間)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2020年9月22日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2020年9月22日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2020/9/22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mah0rama.livedoor.blog/archives/24169615.html" TargetMode="External"/><Relationship Id="rId2" Type="http://schemas.openxmlformats.org/officeDocument/2006/relationships/hyperlink" Target="https://twitter.com/cqc_mix/status/1304737237850976257?s=2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攻略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for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E40D2-6BAF-7C40-8F95-FBE7B8D35330}"/>
              </a:ext>
            </a:extLst>
          </p:cNvPr>
          <p:cNvSpPr txBox="1"/>
          <p:nvPr/>
        </p:nvSpPr>
        <p:spPr>
          <a:xfrm>
            <a:off x="6724282" y="2203910"/>
            <a:ext cx="50712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作成者：</a:t>
            </a:r>
            <a:r>
              <a:rPr lang="en-US" altLang="ja-JP" sz="28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所属クラン：</a:t>
            </a:r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作成日時：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2020/09/21</a:t>
            </a:r>
          </a:p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バージョン：</a:t>
            </a:r>
            <a:r>
              <a:rPr kumimoji="1"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v1.02</a:t>
            </a:r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CA3B81E9-E444-F242-8117-9B028556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9C1C5D4-2937-1A45-BD36-DF2ED8492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21" y="491705"/>
            <a:ext cx="5055079" cy="505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96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以下参照ください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  <a:hlinkClick r:id="rId2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https://twitter.com/cqc_mix/status/1304737237850976257?s=21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http://mah0rama.livedoor.blog/archives/24169615.html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に参加しますよ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10" name="コンテンツ プレースホルダー 9" descr="文字の書かれた紙&#10;&#10;自動的に生成された説明">
            <a:extLst>
              <a:ext uri="{FF2B5EF4-FFF2-40B4-BE49-F238E27FC236}">
                <a16:creationId xmlns:a16="http://schemas.microsoft.com/office/drawing/2014/main" id="{CF08195B-7730-7044-8851-DE793DD21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269" y="1577477"/>
            <a:ext cx="5479462" cy="43513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テンクス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(YUKIKAZE)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サポート：雪名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自己分析：同格全壊率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bigtree→70%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ヒーローレベル不足により低め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上は非カンスト村相手も含まれる数値。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しかも本番は緊張もあるし、もっと下がると思われる。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計算すると星期待値としては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くらいかなー。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575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戦略１：同格全壊狙い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全員同格全壊を狙う作戦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不安定、全員の調子次第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星の幅が広い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大コケすると星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奇跡がおきれば星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79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多用作戦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格下攻めを多用する作戦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星数が安定する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をコンスタントに取れる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パーセンテージ勝負になると不利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は全壊率高いのでそのまま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034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多用作戦のパターン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88FB6B-F93D-4D4C-893C-1E50CD8B8EB4}"/>
              </a:ext>
            </a:extLst>
          </p:cNvPr>
          <p:cNvSpPr/>
          <p:nvPr/>
        </p:nvSpPr>
        <p:spPr>
          <a:xfrm>
            <a:off x="1270484" y="237894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DA0C454-D607-B440-9B77-DCD31D7749B0}"/>
              </a:ext>
            </a:extLst>
          </p:cNvPr>
          <p:cNvSpPr/>
          <p:nvPr/>
        </p:nvSpPr>
        <p:spPr>
          <a:xfrm>
            <a:off x="1270483" y="2980695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8A0177-46CA-B442-9B38-8E300578B8FD}"/>
              </a:ext>
            </a:extLst>
          </p:cNvPr>
          <p:cNvSpPr/>
          <p:nvPr/>
        </p:nvSpPr>
        <p:spPr>
          <a:xfrm>
            <a:off x="1270482" y="358244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BB1DA1E-19FB-454B-83A4-425117EE5875}"/>
              </a:ext>
            </a:extLst>
          </p:cNvPr>
          <p:cNvSpPr/>
          <p:nvPr/>
        </p:nvSpPr>
        <p:spPr>
          <a:xfrm>
            <a:off x="1270482" y="4180528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347ADB-3F87-2A47-917A-9745A8FA89F3}"/>
              </a:ext>
            </a:extLst>
          </p:cNvPr>
          <p:cNvSpPr/>
          <p:nvPr/>
        </p:nvSpPr>
        <p:spPr>
          <a:xfrm>
            <a:off x="1270481" y="477860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770AAB-953F-7A4D-A6B7-4AC005890FE7}"/>
              </a:ext>
            </a:extLst>
          </p:cNvPr>
          <p:cNvSpPr/>
          <p:nvPr/>
        </p:nvSpPr>
        <p:spPr>
          <a:xfrm>
            <a:off x="4013686" y="237894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6EDB84E-1CDA-1947-8271-86367E54D7D9}"/>
              </a:ext>
            </a:extLst>
          </p:cNvPr>
          <p:cNvSpPr/>
          <p:nvPr/>
        </p:nvSpPr>
        <p:spPr>
          <a:xfrm>
            <a:off x="4013685" y="2980695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C0CF082-1818-5340-9767-7F5792E7EC44}"/>
              </a:ext>
            </a:extLst>
          </p:cNvPr>
          <p:cNvSpPr/>
          <p:nvPr/>
        </p:nvSpPr>
        <p:spPr>
          <a:xfrm>
            <a:off x="4013684" y="358244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4261D51-38E5-7C47-A527-C96DD44C510A}"/>
              </a:ext>
            </a:extLst>
          </p:cNvPr>
          <p:cNvSpPr/>
          <p:nvPr/>
        </p:nvSpPr>
        <p:spPr>
          <a:xfrm>
            <a:off x="4013684" y="4180528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6A55559-ED83-1D4C-8560-311EC3E76C90}"/>
              </a:ext>
            </a:extLst>
          </p:cNvPr>
          <p:cNvSpPr/>
          <p:nvPr/>
        </p:nvSpPr>
        <p:spPr>
          <a:xfrm>
            <a:off x="4013683" y="477860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右矢印 26">
            <a:extLst>
              <a:ext uri="{FF2B5EF4-FFF2-40B4-BE49-F238E27FC236}">
                <a16:creationId xmlns:a16="http://schemas.microsoft.com/office/drawing/2014/main" id="{DBC951C4-3AAC-774F-8AF7-8F7EB5FE66D6}"/>
              </a:ext>
            </a:extLst>
          </p:cNvPr>
          <p:cNvSpPr/>
          <p:nvPr/>
        </p:nvSpPr>
        <p:spPr>
          <a:xfrm rot="1858174">
            <a:off x="2724021" y="2758529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9" name="右矢印 28">
            <a:extLst>
              <a:ext uri="{FF2B5EF4-FFF2-40B4-BE49-F238E27FC236}">
                <a16:creationId xmlns:a16="http://schemas.microsoft.com/office/drawing/2014/main" id="{B851DBFB-F22C-F04E-AD43-AFFFB441E1B9}"/>
              </a:ext>
            </a:extLst>
          </p:cNvPr>
          <p:cNvSpPr/>
          <p:nvPr/>
        </p:nvSpPr>
        <p:spPr>
          <a:xfrm rot="1858174">
            <a:off x="2720052" y="3880122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右矢印 29">
            <a:extLst>
              <a:ext uri="{FF2B5EF4-FFF2-40B4-BE49-F238E27FC236}">
                <a16:creationId xmlns:a16="http://schemas.microsoft.com/office/drawing/2014/main" id="{10872C96-0A66-D94E-8D88-E64AF8DEC40E}"/>
              </a:ext>
            </a:extLst>
          </p:cNvPr>
          <p:cNvSpPr/>
          <p:nvPr/>
        </p:nvSpPr>
        <p:spPr>
          <a:xfrm>
            <a:off x="2783844" y="4788488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右矢印 25">
            <a:extLst>
              <a:ext uri="{FF2B5EF4-FFF2-40B4-BE49-F238E27FC236}">
                <a16:creationId xmlns:a16="http://schemas.microsoft.com/office/drawing/2014/main" id="{4A3FFA24-AE07-8544-A9FA-7C8CD43B7818}"/>
              </a:ext>
            </a:extLst>
          </p:cNvPr>
          <p:cNvSpPr/>
          <p:nvPr/>
        </p:nvSpPr>
        <p:spPr>
          <a:xfrm rot="19920483">
            <a:off x="2698091" y="2734704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28" name="右矢印 27">
            <a:extLst>
              <a:ext uri="{FF2B5EF4-FFF2-40B4-BE49-F238E27FC236}">
                <a16:creationId xmlns:a16="http://schemas.microsoft.com/office/drawing/2014/main" id="{3D7BD92D-13A0-DB43-B9B9-9A99CE84C242}"/>
              </a:ext>
            </a:extLst>
          </p:cNvPr>
          <p:cNvSpPr/>
          <p:nvPr/>
        </p:nvSpPr>
        <p:spPr>
          <a:xfrm rot="19920483">
            <a:off x="2694122" y="3856297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32CF27F3-1D74-8149-B1E6-5D2E848E6494}"/>
              </a:ext>
            </a:extLst>
          </p:cNvPr>
          <p:cNvSpPr/>
          <p:nvPr/>
        </p:nvSpPr>
        <p:spPr>
          <a:xfrm>
            <a:off x="6752922" y="2373656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3C2CE62-2126-CC4F-B209-0E9BE2EADFE5}"/>
              </a:ext>
            </a:extLst>
          </p:cNvPr>
          <p:cNvSpPr/>
          <p:nvPr/>
        </p:nvSpPr>
        <p:spPr>
          <a:xfrm>
            <a:off x="6752921" y="29754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E4AABC88-D89C-284B-9E30-11BFFBE44452}"/>
              </a:ext>
            </a:extLst>
          </p:cNvPr>
          <p:cNvSpPr/>
          <p:nvPr/>
        </p:nvSpPr>
        <p:spPr>
          <a:xfrm>
            <a:off x="6752920" y="3577164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5BC1B02A-B90E-C343-9752-9D0B7A247F16}"/>
              </a:ext>
            </a:extLst>
          </p:cNvPr>
          <p:cNvSpPr/>
          <p:nvPr/>
        </p:nvSpPr>
        <p:spPr>
          <a:xfrm>
            <a:off x="6752920" y="417524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F8B39A79-BB0E-DF4B-A3D1-4B2AA217E1D6}"/>
              </a:ext>
            </a:extLst>
          </p:cNvPr>
          <p:cNvSpPr/>
          <p:nvPr/>
        </p:nvSpPr>
        <p:spPr>
          <a:xfrm>
            <a:off x="6752919" y="4773322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0E27284A-1AFE-A542-99F1-0844334B3713}"/>
              </a:ext>
            </a:extLst>
          </p:cNvPr>
          <p:cNvSpPr/>
          <p:nvPr/>
        </p:nvSpPr>
        <p:spPr>
          <a:xfrm>
            <a:off x="9496124" y="2373656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B5EA8EEC-DE0D-E446-895F-1034D05ADB9A}"/>
              </a:ext>
            </a:extLst>
          </p:cNvPr>
          <p:cNvSpPr/>
          <p:nvPr/>
        </p:nvSpPr>
        <p:spPr>
          <a:xfrm>
            <a:off x="9496123" y="29754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03AF8FCD-C695-834E-9D91-E88B8B163A8B}"/>
              </a:ext>
            </a:extLst>
          </p:cNvPr>
          <p:cNvSpPr/>
          <p:nvPr/>
        </p:nvSpPr>
        <p:spPr>
          <a:xfrm>
            <a:off x="9496122" y="3577164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0B1BE59F-23D9-B54F-91A9-A476B1649401}"/>
              </a:ext>
            </a:extLst>
          </p:cNvPr>
          <p:cNvSpPr/>
          <p:nvPr/>
        </p:nvSpPr>
        <p:spPr>
          <a:xfrm>
            <a:off x="9496122" y="417524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FBC843EA-AD81-6745-A1E6-82F57E7C858C}"/>
              </a:ext>
            </a:extLst>
          </p:cNvPr>
          <p:cNvSpPr/>
          <p:nvPr/>
        </p:nvSpPr>
        <p:spPr>
          <a:xfrm>
            <a:off x="9496121" y="4773322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6" name="右矢印 65">
            <a:extLst>
              <a:ext uri="{FF2B5EF4-FFF2-40B4-BE49-F238E27FC236}">
                <a16:creationId xmlns:a16="http://schemas.microsoft.com/office/drawing/2014/main" id="{BEE6353C-F325-2A48-B0D6-F3FB8929D4BA}"/>
              </a:ext>
            </a:extLst>
          </p:cNvPr>
          <p:cNvSpPr/>
          <p:nvPr/>
        </p:nvSpPr>
        <p:spPr>
          <a:xfrm rot="1858174">
            <a:off x="8206459" y="2753244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8" name="右矢印 67">
            <a:extLst>
              <a:ext uri="{FF2B5EF4-FFF2-40B4-BE49-F238E27FC236}">
                <a16:creationId xmlns:a16="http://schemas.microsoft.com/office/drawing/2014/main" id="{C97169BD-95BB-9E43-9176-D6C5234CCAE4}"/>
              </a:ext>
            </a:extLst>
          </p:cNvPr>
          <p:cNvSpPr/>
          <p:nvPr/>
        </p:nvSpPr>
        <p:spPr>
          <a:xfrm>
            <a:off x="8266282" y="4783203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右矢印 70">
            <a:extLst>
              <a:ext uri="{FF2B5EF4-FFF2-40B4-BE49-F238E27FC236}">
                <a16:creationId xmlns:a16="http://schemas.microsoft.com/office/drawing/2014/main" id="{69C2238B-E8A0-C044-AC40-70D31E80B75B}"/>
              </a:ext>
            </a:extLst>
          </p:cNvPr>
          <p:cNvSpPr/>
          <p:nvPr/>
        </p:nvSpPr>
        <p:spPr>
          <a:xfrm rot="1858174">
            <a:off x="8184556" y="3305287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0" name="右矢印 69">
            <a:extLst>
              <a:ext uri="{FF2B5EF4-FFF2-40B4-BE49-F238E27FC236}">
                <a16:creationId xmlns:a16="http://schemas.microsoft.com/office/drawing/2014/main" id="{26E74829-2A4F-974F-9C44-04156E246D34}"/>
              </a:ext>
            </a:extLst>
          </p:cNvPr>
          <p:cNvSpPr/>
          <p:nvPr/>
        </p:nvSpPr>
        <p:spPr>
          <a:xfrm rot="18818317">
            <a:off x="8045352" y="3027874"/>
            <a:ext cx="1615442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72" name="右矢印 71">
            <a:extLst>
              <a:ext uri="{FF2B5EF4-FFF2-40B4-BE49-F238E27FC236}">
                <a16:creationId xmlns:a16="http://schemas.microsoft.com/office/drawing/2014/main" id="{151B9154-6FE6-DF40-883F-A83ACF156F8F}"/>
              </a:ext>
            </a:extLst>
          </p:cNvPr>
          <p:cNvSpPr/>
          <p:nvPr/>
        </p:nvSpPr>
        <p:spPr>
          <a:xfrm>
            <a:off x="8266282" y="4193596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301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基本的には同格全壊を狙います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ただし村みて星３取れそうにないなー・・・と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思うときは名乗りでてください。なるべく早い段階で！！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司令塔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雪名さん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にスワップするかしないかを判断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していただきます。任せた。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プレイヤーはプランニングに集中！！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(TH13)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、シマさん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(TH9)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はスワップしない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方向でお願いします。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くい助さん→ご本人の希望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シマさん→勝負してもらわないと困る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FDC360-2264-1C44-8AFA-DA50DAF5AE34}"/>
              </a:ext>
            </a:extLst>
          </p:cNvPr>
          <p:cNvSpPr/>
          <p:nvPr/>
        </p:nvSpPr>
        <p:spPr>
          <a:xfrm>
            <a:off x="722811" y="586226"/>
            <a:ext cx="10694126" cy="5144013"/>
          </a:xfrm>
          <a:prstGeom prst="rect">
            <a:avLst/>
          </a:prstGeom>
          <a:solidFill>
            <a:schemeClr val="bg1">
              <a:lumMod val="85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7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戦略：で、結局どうすんの？まとめ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C7E3E6-DBF7-5741-8B10-7CD381B9A8E0}"/>
              </a:ext>
            </a:extLst>
          </p:cNvPr>
          <p:cNvSpPr/>
          <p:nvPr/>
        </p:nvSpPr>
        <p:spPr>
          <a:xfrm>
            <a:off x="2953770" y="177812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00E13E-EF64-9946-B42E-AA93DEB47622}"/>
              </a:ext>
            </a:extLst>
          </p:cNvPr>
          <p:cNvSpPr/>
          <p:nvPr/>
        </p:nvSpPr>
        <p:spPr>
          <a:xfrm>
            <a:off x="2953769" y="237987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0DD0D3-170D-2C4D-BED9-0C9D716A6CE2}"/>
              </a:ext>
            </a:extLst>
          </p:cNvPr>
          <p:cNvSpPr/>
          <p:nvPr/>
        </p:nvSpPr>
        <p:spPr>
          <a:xfrm>
            <a:off x="2953768" y="298163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38F46F-6D09-3A47-BC5A-3974E9039604}"/>
              </a:ext>
            </a:extLst>
          </p:cNvPr>
          <p:cNvSpPr/>
          <p:nvPr/>
        </p:nvSpPr>
        <p:spPr>
          <a:xfrm>
            <a:off x="2953768" y="35797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41310-5C11-FE4E-A8DF-F31129D73B45}"/>
              </a:ext>
            </a:extLst>
          </p:cNvPr>
          <p:cNvSpPr/>
          <p:nvPr/>
        </p:nvSpPr>
        <p:spPr>
          <a:xfrm>
            <a:off x="2953767" y="417778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シマ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8D7EF3-699D-9B44-A424-9CA6A92044D3}"/>
              </a:ext>
            </a:extLst>
          </p:cNvPr>
          <p:cNvSpPr/>
          <p:nvPr/>
        </p:nvSpPr>
        <p:spPr>
          <a:xfrm>
            <a:off x="7626534" y="177812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58334F-657E-4944-BC26-287F1E7BBE5F}"/>
              </a:ext>
            </a:extLst>
          </p:cNvPr>
          <p:cNvSpPr/>
          <p:nvPr/>
        </p:nvSpPr>
        <p:spPr>
          <a:xfrm>
            <a:off x="7626533" y="237987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78DDD8-4C8C-6E43-8385-85E94FD056D9}"/>
              </a:ext>
            </a:extLst>
          </p:cNvPr>
          <p:cNvSpPr/>
          <p:nvPr/>
        </p:nvSpPr>
        <p:spPr>
          <a:xfrm>
            <a:off x="7626532" y="298163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251F8CC-DD80-0040-8EB5-3B8CD9FD9BA4}"/>
              </a:ext>
            </a:extLst>
          </p:cNvPr>
          <p:cNvSpPr/>
          <p:nvPr/>
        </p:nvSpPr>
        <p:spPr>
          <a:xfrm>
            <a:off x="7626532" y="35797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72E8C-CFD0-D64E-A58A-36920A2557B7}"/>
              </a:ext>
            </a:extLst>
          </p:cNvPr>
          <p:cNvSpPr/>
          <p:nvPr/>
        </p:nvSpPr>
        <p:spPr>
          <a:xfrm>
            <a:off x="7626531" y="417778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947B3D77-B42C-D945-9CE3-DB01FCDAB889}"/>
              </a:ext>
            </a:extLst>
          </p:cNvPr>
          <p:cNvSpPr/>
          <p:nvPr/>
        </p:nvSpPr>
        <p:spPr>
          <a:xfrm>
            <a:off x="4693921" y="4187670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右矢印 19">
            <a:extLst>
              <a:ext uri="{FF2B5EF4-FFF2-40B4-BE49-F238E27FC236}">
                <a16:creationId xmlns:a16="http://schemas.microsoft.com/office/drawing/2014/main" id="{AFB9C5E9-1C37-8F41-AEE9-6D65B7A46593}"/>
              </a:ext>
            </a:extLst>
          </p:cNvPr>
          <p:cNvSpPr/>
          <p:nvPr/>
        </p:nvSpPr>
        <p:spPr>
          <a:xfrm>
            <a:off x="4693921" y="1818966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右矢印 60">
            <a:extLst>
              <a:ext uri="{FF2B5EF4-FFF2-40B4-BE49-F238E27FC236}">
                <a16:creationId xmlns:a16="http://schemas.microsoft.com/office/drawing/2014/main" id="{8BA87271-BA03-8F42-B01F-2A3504DC0D91}"/>
              </a:ext>
            </a:extLst>
          </p:cNvPr>
          <p:cNvSpPr/>
          <p:nvPr/>
        </p:nvSpPr>
        <p:spPr>
          <a:xfrm>
            <a:off x="4730105" y="2303598"/>
            <a:ext cx="2690948" cy="1899867"/>
          </a:xfrm>
          <a:prstGeom prst="rightArrow">
            <a:avLst>
              <a:gd name="adj1" fmla="val 50000"/>
              <a:gd name="adj2" fmla="val 49378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基本は同格星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状況に応じてスワップ</a:t>
            </a:r>
            <a:endParaRPr kumimoji="1" lang="ja-JP" altLang="en-US" sz="1600" u="sng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1FD5B8B6-F94B-C348-A1AF-5F0110AAE93D}"/>
              </a:ext>
            </a:extLst>
          </p:cNvPr>
          <p:cNvSpPr/>
          <p:nvPr/>
        </p:nvSpPr>
        <p:spPr>
          <a:xfrm>
            <a:off x="2953767" y="503948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EC7E7426-CF88-F841-9152-31DDB7E90FA4}"/>
              </a:ext>
            </a:extLst>
          </p:cNvPr>
          <p:cNvCxnSpPr>
            <a:cxnSpLocks/>
            <a:stCxn id="62" idx="3"/>
          </p:cNvCxnSpPr>
          <p:nvPr/>
        </p:nvCxnSpPr>
        <p:spPr>
          <a:xfrm flipV="1">
            <a:off x="4373264" y="3638506"/>
            <a:ext cx="773502" cy="1650876"/>
          </a:xfrm>
          <a:prstGeom prst="straightConnector1">
            <a:avLst/>
          </a:prstGeom>
          <a:ln>
            <a:solidFill>
              <a:srgbClr val="FF0000"/>
            </a:solidFill>
            <a:headEnd w="lg" len="me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824E2404-15AC-F843-AC13-05D8481779A3}"/>
              </a:ext>
            </a:extLst>
          </p:cNvPr>
          <p:cNvSpPr txBox="1"/>
          <p:nvPr/>
        </p:nvSpPr>
        <p:spPr>
          <a:xfrm>
            <a:off x="4520057" y="4907175"/>
            <a:ext cx="5607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判断お願いします。</a:t>
            </a:r>
            <a:endParaRPr kumimoji="1"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相手の星状況とか、味方の自信とか考慮。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03CE8DA-64F8-AD44-9558-8591C31D9D2D}"/>
              </a:ext>
            </a:extLst>
          </p:cNvPr>
          <p:cNvSpPr/>
          <p:nvPr/>
        </p:nvSpPr>
        <p:spPr>
          <a:xfrm>
            <a:off x="722811" y="586226"/>
            <a:ext cx="10694126" cy="5144013"/>
          </a:xfrm>
          <a:prstGeom prst="rect">
            <a:avLst/>
          </a:prstGeom>
          <a:solidFill>
            <a:schemeClr val="bg1">
              <a:lumMod val="85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925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全員、同格全壊を狙います！！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星２延長を意識してください。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慣れない戦術は使わないようにしましょう。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好きなタイミングで攻めて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時間は３０分と限られています貴重です。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自分のプランニングに集中してください。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味方の攻めも相手の攻めも見なくて良いです。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戦局把握はサポーターに任せましょう。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0547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我らが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しない理由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戦況を見て攻める場所を変えるには時間が短すぎる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(30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例えば、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でコケたら同格全壊作戦に切り替える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例えば、相手の調子が良かったら同格全壊作戦に切り替える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といった柔軟な対応が必要になる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雑念が入るならば、全員同格攻めに集中した方が良い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まほらまとして同格攻めの経験値を上げておきたい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DIP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の話はしない！！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87565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２つは用意しておきましょう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(26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日向け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→生放送されたら次の日使えませんので。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硬い配置ではなくて、ハメる配置を用意しましょう。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相手は１回しか攻められません。初見殺しで。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防衛よくわからない。助けてゴドさん。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00258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その他、色々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必ずルールは把握しておいてください。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カメさんへ。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DM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iTunes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カード贈ります。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ヒーローポーションを買っておいてくださいな。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色々考えたのですが、練習戦いっぱい組みます。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野良戦もできないですし、経験値を積んだ方が良いかなと。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次ページどうぞ。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06871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9/18(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金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21:00 - 22:00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Cozy clan)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9/19(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11:00 - 25:00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まほらま選抜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本戦メンバーは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22:30-23:00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で戦ってください</a:t>
            </a:r>
            <a:endParaRPr lang="en-US" altLang="ja-JP" sz="13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9/21(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黎明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ムーさんチーム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鬼滅帝国遠征軍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燎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9/23(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水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TH9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噂の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69)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9/24(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木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22:30 - 23:30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しゃにむにリーグ戦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9/25(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金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3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ウェルプレイドロード</a:t>
            </a:r>
            <a:r>
              <a:rPr lang="en-US" altLang="ja-JP" sz="13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13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9/26(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本戦１日目</a:t>
            </a:r>
            <a:endParaRPr lang="en-US" altLang="ja-JP" sz="13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9/27(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3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3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本戦２日目</a:t>
            </a:r>
            <a:endParaRPr lang="en-US" altLang="ja-JP" sz="13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3550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 algn="ctr">
              <a:buNone/>
            </a:pP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野良戦に巻き込まれないように</a:t>
            </a:r>
            <a:br>
              <a:rPr lang="en-US" altLang="ja-JP" sz="36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くれぐれもご注意願います！！</a:t>
            </a:r>
            <a:endParaRPr lang="en-US" altLang="ja-JP" sz="36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29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クランの回しかた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コンテンツ プレースホルダー 7" descr="スクリーンショットの画面&#10;&#10;自動的に生成された説明">
            <a:extLst>
              <a:ext uri="{FF2B5EF4-FFF2-40B4-BE49-F238E27FC236}">
                <a16:creationId xmlns:a16="http://schemas.microsoft.com/office/drawing/2014/main" id="{5CC5CC73-043E-C746-B847-5CAF20AF0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23" y="2160951"/>
            <a:ext cx="10515600" cy="1980010"/>
          </a:xfr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1127C2-2E2D-3F42-9E7F-AE249EABD307}"/>
              </a:ext>
            </a:extLst>
          </p:cNvPr>
          <p:cNvSpPr txBox="1"/>
          <p:nvPr/>
        </p:nvSpPr>
        <p:spPr>
          <a:xfrm>
            <a:off x="838200" y="149468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これは運営まわりの話ですが記載しときます。</a:t>
            </a:r>
          </a:p>
        </p:txBody>
      </p:sp>
    </p:spTree>
    <p:extLst>
      <p:ext uri="{BB962C8B-B14F-4D97-AF65-F5344CB8AC3E}">
        <p14:creationId xmlns:p14="http://schemas.microsoft.com/office/powerpoint/2010/main" val="217354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最後に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緊張するでしょうけど、これはゲームです。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せっかくなので楽しみましょう。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843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3049</TotalTime>
  <Words>1078</Words>
  <Application>Microsoft Macintosh PowerPoint</Application>
  <PresentationFormat>ワイド画面</PresentationFormat>
  <Paragraphs>140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CQC攻略 for まほらま </vt:lpstr>
      <vt:lpstr>PowerPoint プレゼンテーション</vt:lpstr>
      <vt:lpstr>CQC について</vt:lpstr>
      <vt:lpstr>CQC に参加しますよ</vt:lpstr>
      <vt:lpstr>参加メンバー</vt:lpstr>
      <vt:lpstr>自己分析：同格全壊率(実績)</vt:lpstr>
      <vt:lpstr>戦略１：同格全壊狙い</vt:lpstr>
      <vt:lpstr>戦略２：DIP多用作戦</vt:lpstr>
      <vt:lpstr>戦略２：DIP多用作戦のパターン</vt:lpstr>
      <vt:lpstr>戦略：で、結局どうすんの？</vt:lpstr>
      <vt:lpstr>戦略：で、結局どうすんの？まとめ</vt:lpstr>
      <vt:lpstr>戦略：で、結局どうすんの？</vt:lpstr>
      <vt:lpstr>我らがDIPしない理由</vt:lpstr>
      <vt:lpstr>防衛</vt:lpstr>
      <vt:lpstr>その他、色々</vt:lpstr>
      <vt:lpstr>スケジュール</vt:lpstr>
      <vt:lpstr>PowerPoint プレゼンテーション</vt:lpstr>
      <vt:lpstr>クランの回しかた</vt:lpstr>
      <vt:lpstr>最後に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263</cp:revision>
  <dcterms:created xsi:type="dcterms:W3CDTF">2017-03-02T10:44:30Z</dcterms:created>
  <dcterms:modified xsi:type="dcterms:W3CDTF">2020-09-22T12:32:06Z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